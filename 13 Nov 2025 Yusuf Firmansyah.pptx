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FFF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852" y="300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3EE5B9-AE98-4614-BE30-7C302D233FDB}" type="doc">
      <dgm:prSet loTypeId="urn:microsoft.com/office/officeart/2005/8/layout/hierarchy3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D"/>
        </a:p>
      </dgm:t>
    </dgm:pt>
    <dgm:pt modelId="{6EF03955-39B9-44A1-9656-D3FFEC9ECD53}">
      <dgm:prSet/>
      <dgm:spPr/>
      <dgm:t>
        <a:bodyPr/>
        <a:lstStyle/>
        <a:p>
          <a:r>
            <a:rPr lang="en-US" dirty="0">
              <a:latin typeface="+mj-lt"/>
            </a:rPr>
            <a:t>Shift Pagi</a:t>
          </a:r>
          <a:endParaRPr lang="en-ID" dirty="0">
            <a:latin typeface="+mj-lt"/>
          </a:endParaRPr>
        </a:p>
      </dgm:t>
    </dgm:pt>
    <dgm:pt modelId="{8ABC2EB9-C220-4800-8E6D-E4C6EE9B2A49}" type="parTrans" cxnId="{16348B35-E300-4638-B12D-222D7966E407}">
      <dgm:prSet/>
      <dgm:spPr/>
      <dgm:t>
        <a:bodyPr/>
        <a:lstStyle/>
        <a:p>
          <a:endParaRPr lang="en-ID"/>
        </a:p>
      </dgm:t>
    </dgm:pt>
    <dgm:pt modelId="{A442C3AA-8D70-4AFF-962A-BFFD21E76A5E}" type="sibTrans" cxnId="{16348B35-E300-4638-B12D-222D7966E407}">
      <dgm:prSet/>
      <dgm:spPr/>
      <dgm:t>
        <a:bodyPr/>
        <a:lstStyle/>
        <a:p>
          <a:endParaRPr lang="en-ID"/>
        </a:p>
      </dgm:t>
    </dgm:pt>
    <dgm:pt modelId="{406A620A-AC75-4F69-A931-84967E52D636}">
      <dgm:prSet/>
      <dgm:spPr/>
      <dgm:t>
        <a:bodyPr/>
        <a:lstStyle/>
        <a:p>
          <a:r>
            <a:rPr lang="en-US" dirty="0">
              <a:latin typeface="+mj-lt"/>
            </a:rPr>
            <a:t>Ganti Gun Burner</a:t>
          </a:r>
          <a:endParaRPr lang="en-ID" dirty="0">
            <a:latin typeface="+mj-lt"/>
          </a:endParaRPr>
        </a:p>
      </dgm:t>
    </dgm:pt>
    <dgm:pt modelId="{FE27414B-65AE-43D0-8D2E-1D57981858B6}" type="parTrans" cxnId="{58E610EE-49CA-4E03-9596-DA94584EB04D}">
      <dgm:prSet/>
      <dgm:spPr/>
      <dgm:t>
        <a:bodyPr/>
        <a:lstStyle/>
        <a:p>
          <a:endParaRPr lang="en-ID">
            <a:latin typeface="+mj-lt"/>
          </a:endParaRPr>
        </a:p>
      </dgm:t>
    </dgm:pt>
    <dgm:pt modelId="{7FC85A51-5DB2-44ED-A86F-8DA5D40EE4D4}" type="sibTrans" cxnId="{58E610EE-49CA-4E03-9596-DA94584EB04D}">
      <dgm:prSet/>
      <dgm:spPr/>
      <dgm:t>
        <a:bodyPr/>
        <a:lstStyle/>
        <a:p>
          <a:endParaRPr lang="en-ID"/>
        </a:p>
      </dgm:t>
    </dgm:pt>
    <dgm:pt modelId="{C6455123-934C-40E2-8ADC-9E599AC45A98}">
      <dgm:prSet/>
      <dgm:spPr/>
      <dgm:t>
        <a:bodyPr/>
        <a:lstStyle/>
        <a:p>
          <a:r>
            <a:rPr lang="en-US" dirty="0">
              <a:latin typeface="+mj-lt"/>
            </a:rPr>
            <a:t>Shift Sore</a:t>
          </a:r>
          <a:endParaRPr lang="en-ID" dirty="0">
            <a:latin typeface="+mj-lt"/>
          </a:endParaRPr>
        </a:p>
      </dgm:t>
    </dgm:pt>
    <dgm:pt modelId="{F3CAB2ED-87C6-4B94-B88A-5CB55B4B2094}" type="parTrans" cxnId="{B786B3F4-338C-4E17-B29A-6F07B69EFA80}">
      <dgm:prSet/>
      <dgm:spPr/>
      <dgm:t>
        <a:bodyPr/>
        <a:lstStyle/>
        <a:p>
          <a:endParaRPr lang="en-ID"/>
        </a:p>
      </dgm:t>
    </dgm:pt>
    <dgm:pt modelId="{6A9BB3E8-EE2A-463B-9947-087B13A006C5}" type="sibTrans" cxnId="{B786B3F4-338C-4E17-B29A-6F07B69EFA80}">
      <dgm:prSet/>
      <dgm:spPr/>
      <dgm:t>
        <a:bodyPr/>
        <a:lstStyle/>
        <a:p>
          <a:endParaRPr lang="en-ID"/>
        </a:p>
      </dgm:t>
    </dgm:pt>
    <dgm:pt modelId="{2EAE730C-3ECD-4D75-B9F6-B8D65E2BC1A4}">
      <dgm:prSet/>
      <dgm:spPr/>
      <dgm:t>
        <a:bodyPr/>
        <a:lstStyle/>
        <a:p>
          <a:r>
            <a:rPr lang="en-US" dirty="0">
              <a:latin typeface="+mj-lt"/>
            </a:rPr>
            <a:t>Sample Boiler Water &amp; Saturated Steam</a:t>
          </a:r>
          <a:endParaRPr lang="en-ID" dirty="0">
            <a:latin typeface="+mj-lt"/>
          </a:endParaRPr>
        </a:p>
      </dgm:t>
    </dgm:pt>
    <dgm:pt modelId="{C2A48527-B13F-408C-B655-CA25F63F53B3}" type="parTrans" cxnId="{402F4251-8670-4ABA-81DB-B07C36015E8D}">
      <dgm:prSet/>
      <dgm:spPr/>
      <dgm:t>
        <a:bodyPr/>
        <a:lstStyle/>
        <a:p>
          <a:endParaRPr lang="en-ID">
            <a:latin typeface="+mj-lt"/>
          </a:endParaRPr>
        </a:p>
      </dgm:t>
    </dgm:pt>
    <dgm:pt modelId="{1924AD86-43C2-4D27-8D40-BBB89F19A52D}" type="sibTrans" cxnId="{402F4251-8670-4ABA-81DB-B07C36015E8D}">
      <dgm:prSet/>
      <dgm:spPr/>
      <dgm:t>
        <a:bodyPr/>
        <a:lstStyle/>
        <a:p>
          <a:endParaRPr lang="en-ID"/>
        </a:p>
      </dgm:t>
    </dgm:pt>
    <dgm:pt modelId="{19FA2B8E-B378-4F45-BDBE-0CEACCAA04BD}">
      <dgm:prSet/>
      <dgm:spPr/>
      <dgm:t>
        <a:bodyPr/>
        <a:lstStyle/>
        <a:p>
          <a:r>
            <a:rPr lang="en-US">
              <a:latin typeface="+mj-lt"/>
            </a:rPr>
            <a:t>Soot Blowing</a:t>
          </a:r>
          <a:endParaRPr lang="en-ID">
            <a:latin typeface="+mj-lt"/>
          </a:endParaRPr>
        </a:p>
      </dgm:t>
    </dgm:pt>
    <dgm:pt modelId="{817FD038-EBE7-408C-AF20-E22F2BB938EA}" type="parTrans" cxnId="{FEB6F188-09C8-4470-83D4-01E633D44982}">
      <dgm:prSet/>
      <dgm:spPr/>
      <dgm:t>
        <a:bodyPr/>
        <a:lstStyle/>
        <a:p>
          <a:endParaRPr lang="en-ID">
            <a:latin typeface="+mj-lt"/>
          </a:endParaRPr>
        </a:p>
      </dgm:t>
    </dgm:pt>
    <dgm:pt modelId="{61725A58-0E72-4597-92C8-A8FB40690B96}" type="sibTrans" cxnId="{FEB6F188-09C8-4470-83D4-01E633D44982}">
      <dgm:prSet/>
      <dgm:spPr/>
      <dgm:t>
        <a:bodyPr/>
        <a:lstStyle/>
        <a:p>
          <a:endParaRPr lang="en-ID"/>
        </a:p>
      </dgm:t>
    </dgm:pt>
    <dgm:pt modelId="{0F93C24A-B6D4-41A2-90BE-49F7CBD91D6C}">
      <dgm:prSet/>
      <dgm:spPr/>
      <dgm:t>
        <a:bodyPr/>
        <a:lstStyle/>
        <a:p>
          <a:r>
            <a:rPr lang="en-US">
              <a:latin typeface="+mj-lt"/>
            </a:rPr>
            <a:t>Shift Malem</a:t>
          </a:r>
          <a:endParaRPr lang="en-ID">
            <a:latin typeface="+mj-lt"/>
          </a:endParaRPr>
        </a:p>
      </dgm:t>
    </dgm:pt>
    <dgm:pt modelId="{F92FD570-00AB-4378-B524-38E3814D0D86}" type="parTrans" cxnId="{9FC00C41-3221-4A40-890B-C4BCDA38CFB9}">
      <dgm:prSet/>
      <dgm:spPr/>
      <dgm:t>
        <a:bodyPr/>
        <a:lstStyle/>
        <a:p>
          <a:endParaRPr lang="en-ID"/>
        </a:p>
      </dgm:t>
    </dgm:pt>
    <dgm:pt modelId="{060746F5-E2E8-4508-8C5C-B112EDB9AA0D}" type="sibTrans" cxnId="{9FC00C41-3221-4A40-890B-C4BCDA38CFB9}">
      <dgm:prSet/>
      <dgm:spPr/>
      <dgm:t>
        <a:bodyPr/>
        <a:lstStyle/>
        <a:p>
          <a:endParaRPr lang="en-ID"/>
        </a:p>
      </dgm:t>
    </dgm:pt>
    <dgm:pt modelId="{B8F9898E-5ECD-481D-A989-01A8757E5988}">
      <dgm:prSet/>
      <dgm:spPr/>
      <dgm:t>
        <a:bodyPr/>
        <a:lstStyle/>
        <a:p>
          <a:r>
            <a:rPr lang="en-US">
              <a:latin typeface="+mj-lt"/>
            </a:rPr>
            <a:t>Soot Blowing</a:t>
          </a:r>
          <a:endParaRPr lang="en-ID">
            <a:latin typeface="+mj-lt"/>
          </a:endParaRPr>
        </a:p>
      </dgm:t>
    </dgm:pt>
    <dgm:pt modelId="{15D70367-51BB-4603-AC99-5295960094AB}" type="parTrans" cxnId="{80388A7E-943F-4628-95BB-9B51C83AD134}">
      <dgm:prSet/>
      <dgm:spPr/>
      <dgm:t>
        <a:bodyPr/>
        <a:lstStyle/>
        <a:p>
          <a:endParaRPr lang="en-ID">
            <a:latin typeface="+mj-lt"/>
          </a:endParaRPr>
        </a:p>
      </dgm:t>
    </dgm:pt>
    <dgm:pt modelId="{D3EB7AFA-334F-4057-B39F-6BD2871DFC83}" type="sibTrans" cxnId="{80388A7E-943F-4628-95BB-9B51C83AD134}">
      <dgm:prSet/>
      <dgm:spPr/>
      <dgm:t>
        <a:bodyPr/>
        <a:lstStyle/>
        <a:p>
          <a:endParaRPr lang="en-ID"/>
        </a:p>
      </dgm:t>
    </dgm:pt>
    <dgm:pt modelId="{51C4A628-2B96-491F-A731-8525810340F9}">
      <dgm:prSet/>
      <dgm:spPr/>
      <dgm:t>
        <a:bodyPr/>
        <a:lstStyle/>
        <a:p>
          <a:r>
            <a:rPr lang="en-US">
              <a:latin typeface="+mj-lt"/>
            </a:rPr>
            <a:t>Extra Sample</a:t>
          </a:r>
          <a:endParaRPr lang="en-ID">
            <a:latin typeface="+mj-lt"/>
          </a:endParaRPr>
        </a:p>
      </dgm:t>
    </dgm:pt>
    <dgm:pt modelId="{A6445E9D-FD91-477C-8DA1-01BB13F524C0}" type="parTrans" cxnId="{4CF904C3-B42F-49DB-B32F-31298FC54684}">
      <dgm:prSet/>
      <dgm:spPr/>
      <dgm:t>
        <a:bodyPr/>
        <a:lstStyle/>
        <a:p>
          <a:endParaRPr lang="en-ID">
            <a:latin typeface="+mj-lt"/>
          </a:endParaRPr>
        </a:p>
      </dgm:t>
    </dgm:pt>
    <dgm:pt modelId="{F7694510-65F2-49D0-8B40-5FB6F213B624}" type="sibTrans" cxnId="{4CF904C3-B42F-49DB-B32F-31298FC54684}">
      <dgm:prSet/>
      <dgm:spPr/>
      <dgm:t>
        <a:bodyPr/>
        <a:lstStyle/>
        <a:p>
          <a:endParaRPr lang="en-ID"/>
        </a:p>
      </dgm:t>
    </dgm:pt>
    <dgm:pt modelId="{282162AF-34D8-44DF-BEB1-B604CB1A8E56}" type="pres">
      <dgm:prSet presAssocID="{8D3EE5B9-AE98-4614-BE30-7C302D233FD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69341CF-DC32-43BE-85A2-F5BB147B78CD}" type="pres">
      <dgm:prSet presAssocID="{6EF03955-39B9-44A1-9656-D3FFEC9ECD53}" presName="root" presStyleCnt="0"/>
      <dgm:spPr/>
    </dgm:pt>
    <dgm:pt modelId="{BB5A923E-A689-4BA6-B8C3-10669E7AE626}" type="pres">
      <dgm:prSet presAssocID="{6EF03955-39B9-44A1-9656-D3FFEC9ECD53}" presName="rootComposite" presStyleCnt="0"/>
      <dgm:spPr/>
    </dgm:pt>
    <dgm:pt modelId="{DBEF7573-286B-4525-A0C3-E6FE9E5FEC6C}" type="pres">
      <dgm:prSet presAssocID="{6EF03955-39B9-44A1-9656-D3FFEC9ECD53}" presName="rootText" presStyleLbl="node1" presStyleIdx="0" presStyleCnt="3"/>
      <dgm:spPr/>
    </dgm:pt>
    <dgm:pt modelId="{A9DCE1C8-0F33-48B5-8DCD-B208AD04E308}" type="pres">
      <dgm:prSet presAssocID="{6EF03955-39B9-44A1-9656-D3FFEC9ECD53}" presName="rootConnector" presStyleLbl="node1" presStyleIdx="0" presStyleCnt="3"/>
      <dgm:spPr/>
    </dgm:pt>
    <dgm:pt modelId="{921B9A13-8F5E-44BE-8C3C-F80F98959489}" type="pres">
      <dgm:prSet presAssocID="{6EF03955-39B9-44A1-9656-D3FFEC9ECD53}" presName="childShape" presStyleCnt="0"/>
      <dgm:spPr/>
    </dgm:pt>
    <dgm:pt modelId="{6CF9E6E5-6689-4B18-871F-EB1A801EE617}" type="pres">
      <dgm:prSet presAssocID="{FE27414B-65AE-43D0-8D2E-1D57981858B6}" presName="Name13" presStyleLbl="parChTrans1D2" presStyleIdx="0" presStyleCnt="5"/>
      <dgm:spPr/>
    </dgm:pt>
    <dgm:pt modelId="{13C2B505-DC1C-4464-B4C0-A79B9BB50B11}" type="pres">
      <dgm:prSet presAssocID="{406A620A-AC75-4F69-A931-84967E52D636}" presName="childText" presStyleLbl="bgAcc1" presStyleIdx="0" presStyleCnt="5">
        <dgm:presLayoutVars>
          <dgm:bulletEnabled val="1"/>
        </dgm:presLayoutVars>
      </dgm:prSet>
      <dgm:spPr/>
    </dgm:pt>
    <dgm:pt modelId="{5DDB0039-5F15-46FD-B883-89FB1D94C5F7}" type="pres">
      <dgm:prSet presAssocID="{C6455123-934C-40E2-8ADC-9E599AC45A98}" presName="root" presStyleCnt="0"/>
      <dgm:spPr/>
    </dgm:pt>
    <dgm:pt modelId="{9BC6ED50-858F-4A3D-9210-E4B29726B671}" type="pres">
      <dgm:prSet presAssocID="{C6455123-934C-40E2-8ADC-9E599AC45A98}" presName="rootComposite" presStyleCnt="0"/>
      <dgm:spPr/>
    </dgm:pt>
    <dgm:pt modelId="{ABC9A9E8-330B-49B2-9DAE-AC04E61FC814}" type="pres">
      <dgm:prSet presAssocID="{C6455123-934C-40E2-8ADC-9E599AC45A98}" presName="rootText" presStyleLbl="node1" presStyleIdx="1" presStyleCnt="3"/>
      <dgm:spPr/>
    </dgm:pt>
    <dgm:pt modelId="{559F54BC-163D-4392-9709-7564CB55E0AE}" type="pres">
      <dgm:prSet presAssocID="{C6455123-934C-40E2-8ADC-9E599AC45A98}" presName="rootConnector" presStyleLbl="node1" presStyleIdx="1" presStyleCnt="3"/>
      <dgm:spPr/>
    </dgm:pt>
    <dgm:pt modelId="{969031BE-21DA-4169-B9AC-F509E09D73C1}" type="pres">
      <dgm:prSet presAssocID="{C6455123-934C-40E2-8ADC-9E599AC45A98}" presName="childShape" presStyleCnt="0"/>
      <dgm:spPr/>
    </dgm:pt>
    <dgm:pt modelId="{04AC5363-F371-4BDB-8387-AFFB15839679}" type="pres">
      <dgm:prSet presAssocID="{C2A48527-B13F-408C-B655-CA25F63F53B3}" presName="Name13" presStyleLbl="parChTrans1D2" presStyleIdx="1" presStyleCnt="5"/>
      <dgm:spPr/>
    </dgm:pt>
    <dgm:pt modelId="{763C2AA6-0129-496F-A94B-2603B5A5E241}" type="pres">
      <dgm:prSet presAssocID="{2EAE730C-3ECD-4D75-B9F6-B8D65E2BC1A4}" presName="childText" presStyleLbl="bgAcc1" presStyleIdx="1" presStyleCnt="5">
        <dgm:presLayoutVars>
          <dgm:bulletEnabled val="1"/>
        </dgm:presLayoutVars>
      </dgm:prSet>
      <dgm:spPr/>
    </dgm:pt>
    <dgm:pt modelId="{AE6DF139-8B52-4348-9F3C-E206FC6EB983}" type="pres">
      <dgm:prSet presAssocID="{817FD038-EBE7-408C-AF20-E22F2BB938EA}" presName="Name13" presStyleLbl="parChTrans1D2" presStyleIdx="2" presStyleCnt="5"/>
      <dgm:spPr/>
    </dgm:pt>
    <dgm:pt modelId="{D4F7A981-C3E1-48EE-A0FA-C0FD1C61064B}" type="pres">
      <dgm:prSet presAssocID="{19FA2B8E-B378-4F45-BDBE-0CEACCAA04BD}" presName="childText" presStyleLbl="bgAcc1" presStyleIdx="2" presStyleCnt="5">
        <dgm:presLayoutVars>
          <dgm:bulletEnabled val="1"/>
        </dgm:presLayoutVars>
      </dgm:prSet>
      <dgm:spPr/>
    </dgm:pt>
    <dgm:pt modelId="{7F6A985D-18A2-4565-87AB-49E190242190}" type="pres">
      <dgm:prSet presAssocID="{0F93C24A-B6D4-41A2-90BE-49F7CBD91D6C}" presName="root" presStyleCnt="0"/>
      <dgm:spPr/>
    </dgm:pt>
    <dgm:pt modelId="{34834127-DA59-4AA1-AAE2-76F39315DD0C}" type="pres">
      <dgm:prSet presAssocID="{0F93C24A-B6D4-41A2-90BE-49F7CBD91D6C}" presName="rootComposite" presStyleCnt="0"/>
      <dgm:spPr/>
    </dgm:pt>
    <dgm:pt modelId="{AA252BDD-AC36-4152-A01C-531D1CE8FF5F}" type="pres">
      <dgm:prSet presAssocID="{0F93C24A-B6D4-41A2-90BE-49F7CBD91D6C}" presName="rootText" presStyleLbl="node1" presStyleIdx="2" presStyleCnt="3"/>
      <dgm:spPr/>
    </dgm:pt>
    <dgm:pt modelId="{C75E1FC9-E48D-46BD-94ED-C60CE00A1E22}" type="pres">
      <dgm:prSet presAssocID="{0F93C24A-B6D4-41A2-90BE-49F7CBD91D6C}" presName="rootConnector" presStyleLbl="node1" presStyleIdx="2" presStyleCnt="3"/>
      <dgm:spPr/>
    </dgm:pt>
    <dgm:pt modelId="{6167F93F-042D-45CE-95C7-CE499130ACD0}" type="pres">
      <dgm:prSet presAssocID="{0F93C24A-B6D4-41A2-90BE-49F7CBD91D6C}" presName="childShape" presStyleCnt="0"/>
      <dgm:spPr/>
    </dgm:pt>
    <dgm:pt modelId="{A44BAE3A-328A-4A7C-A4CD-F1D065D61073}" type="pres">
      <dgm:prSet presAssocID="{15D70367-51BB-4603-AC99-5295960094AB}" presName="Name13" presStyleLbl="parChTrans1D2" presStyleIdx="3" presStyleCnt="5"/>
      <dgm:spPr/>
    </dgm:pt>
    <dgm:pt modelId="{F865AE72-614A-4648-B05D-80A7244719D2}" type="pres">
      <dgm:prSet presAssocID="{B8F9898E-5ECD-481D-A989-01A8757E5988}" presName="childText" presStyleLbl="bgAcc1" presStyleIdx="3" presStyleCnt="5">
        <dgm:presLayoutVars>
          <dgm:bulletEnabled val="1"/>
        </dgm:presLayoutVars>
      </dgm:prSet>
      <dgm:spPr/>
    </dgm:pt>
    <dgm:pt modelId="{553C9E46-1905-4FB6-9E59-6B79C28A3BD6}" type="pres">
      <dgm:prSet presAssocID="{A6445E9D-FD91-477C-8DA1-01BB13F524C0}" presName="Name13" presStyleLbl="parChTrans1D2" presStyleIdx="4" presStyleCnt="5"/>
      <dgm:spPr/>
    </dgm:pt>
    <dgm:pt modelId="{12B707DA-0ACD-4E30-90C9-E89B38AF21F5}" type="pres">
      <dgm:prSet presAssocID="{51C4A628-2B96-491F-A731-8525810340F9}" presName="childText" presStyleLbl="bgAcc1" presStyleIdx="4" presStyleCnt="5">
        <dgm:presLayoutVars>
          <dgm:bulletEnabled val="1"/>
        </dgm:presLayoutVars>
      </dgm:prSet>
      <dgm:spPr/>
    </dgm:pt>
  </dgm:ptLst>
  <dgm:cxnLst>
    <dgm:cxn modelId="{88A7760A-53EB-4C54-AA96-F9F77088AAAD}" type="presOf" srcId="{2EAE730C-3ECD-4D75-B9F6-B8D65E2BC1A4}" destId="{763C2AA6-0129-496F-A94B-2603B5A5E241}" srcOrd="0" destOrd="0" presId="urn:microsoft.com/office/officeart/2005/8/layout/hierarchy3"/>
    <dgm:cxn modelId="{16348B35-E300-4638-B12D-222D7966E407}" srcId="{8D3EE5B9-AE98-4614-BE30-7C302D233FDB}" destId="{6EF03955-39B9-44A1-9656-D3FFEC9ECD53}" srcOrd="0" destOrd="0" parTransId="{8ABC2EB9-C220-4800-8E6D-E4C6EE9B2A49}" sibTransId="{A442C3AA-8D70-4AFF-962A-BFFD21E76A5E}"/>
    <dgm:cxn modelId="{AE28505B-F20F-4DBD-AA5B-B73407FFD526}" type="presOf" srcId="{0F93C24A-B6D4-41A2-90BE-49F7CBD91D6C}" destId="{AA252BDD-AC36-4152-A01C-531D1CE8FF5F}" srcOrd="0" destOrd="0" presId="urn:microsoft.com/office/officeart/2005/8/layout/hierarchy3"/>
    <dgm:cxn modelId="{9FC00C41-3221-4A40-890B-C4BCDA38CFB9}" srcId="{8D3EE5B9-AE98-4614-BE30-7C302D233FDB}" destId="{0F93C24A-B6D4-41A2-90BE-49F7CBD91D6C}" srcOrd="2" destOrd="0" parTransId="{F92FD570-00AB-4378-B524-38E3814D0D86}" sibTransId="{060746F5-E2E8-4508-8C5C-B112EDB9AA0D}"/>
    <dgm:cxn modelId="{934A2647-2AD1-485C-9213-98202CFF939D}" type="presOf" srcId="{6EF03955-39B9-44A1-9656-D3FFEC9ECD53}" destId="{A9DCE1C8-0F33-48B5-8DCD-B208AD04E308}" srcOrd="1" destOrd="0" presId="urn:microsoft.com/office/officeart/2005/8/layout/hierarchy3"/>
    <dgm:cxn modelId="{49DEFD4D-D7BD-41E8-968F-05129F4AD2A6}" type="presOf" srcId="{19FA2B8E-B378-4F45-BDBE-0CEACCAA04BD}" destId="{D4F7A981-C3E1-48EE-A0FA-C0FD1C61064B}" srcOrd="0" destOrd="0" presId="urn:microsoft.com/office/officeart/2005/8/layout/hierarchy3"/>
    <dgm:cxn modelId="{402F4251-8670-4ABA-81DB-B07C36015E8D}" srcId="{C6455123-934C-40E2-8ADC-9E599AC45A98}" destId="{2EAE730C-3ECD-4D75-B9F6-B8D65E2BC1A4}" srcOrd="0" destOrd="0" parTransId="{C2A48527-B13F-408C-B655-CA25F63F53B3}" sibTransId="{1924AD86-43C2-4D27-8D40-BBB89F19A52D}"/>
    <dgm:cxn modelId="{80388A7E-943F-4628-95BB-9B51C83AD134}" srcId="{0F93C24A-B6D4-41A2-90BE-49F7CBD91D6C}" destId="{B8F9898E-5ECD-481D-A989-01A8757E5988}" srcOrd="0" destOrd="0" parTransId="{15D70367-51BB-4603-AC99-5295960094AB}" sibTransId="{D3EB7AFA-334F-4057-B39F-6BD2871DFC83}"/>
    <dgm:cxn modelId="{20354282-AC55-443F-9B90-69DD9F134C4B}" type="presOf" srcId="{6EF03955-39B9-44A1-9656-D3FFEC9ECD53}" destId="{DBEF7573-286B-4525-A0C3-E6FE9E5FEC6C}" srcOrd="0" destOrd="0" presId="urn:microsoft.com/office/officeart/2005/8/layout/hierarchy3"/>
    <dgm:cxn modelId="{FEB6F188-09C8-4470-83D4-01E633D44982}" srcId="{C6455123-934C-40E2-8ADC-9E599AC45A98}" destId="{19FA2B8E-B378-4F45-BDBE-0CEACCAA04BD}" srcOrd="1" destOrd="0" parTransId="{817FD038-EBE7-408C-AF20-E22F2BB938EA}" sibTransId="{61725A58-0E72-4597-92C8-A8FB40690B96}"/>
    <dgm:cxn modelId="{AC44C09C-B685-4012-BA2C-80E07DF56B0E}" type="presOf" srcId="{51C4A628-2B96-491F-A731-8525810340F9}" destId="{12B707DA-0ACD-4E30-90C9-E89B38AF21F5}" srcOrd="0" destOrd="0" presId="urn:microsoft.com/office/officeart/2005/8/layout/hierarchy3"/>
    <dgm:cxn modelId="{9CEE8BAD-3C13-459D-A2E6-A1172B17AE7F}" type="presOf" srcId="{406A620A-AC75-4F69-A931-84967E52D636}" destId="{13C2B505-DC1C-4464-B4C0-A79B9BB50B11}" srcOrd="0" destOrd="0" presId="urn:microsoft.com/office/officeart/2005/8/layout/hierarchy3"/>
    <dgm:cxn modelId="{6B09F3B0-0620-4674-922B-1370F49EFC44}" type="presOf" srcId="{C6455123-934C-40E2-8ADC-9E599AC45A98}" destId="{559F54BC-163D-4392-9709-7564CB55E0AE}" srcOrd="1" destOrd="0" presId="urn:microsoft.com/office/officeart/2005/8/layout/hierarchy3"/>
    <dgm:cxn modelId="{56AE12B4-7A07-42FF-BFFF-9125AA6875DD}" type="presOf" srcId="{817FD038-EBE7-408C-AF20-E22F2BB938EA}" destId="{AE6DF139-8B52-4348-9F3C-E206FC6EB983}" srcOrd="0" destOrd="0" presId="urn:microsoft.com/office/officeart/2005/8/layout/hierarchy3"/>
    <dgm:cxn modelId="{334B38B5-3C02-4471-A4DF-4BC321BD026E}" type="presOf" srcId="{C6455123-934C-40E2-8ADC-9E599AC45A98}" destId="{ABC9A9E8-330B-49B2-9DAE-AC04E61FC814}" srcOrd="0" destOrd="0" presId="urn:microsoft.com/office/officeart/2005/8/layout/hierarchy3"/>
    <dgm:cxn modelId="{DBE94AB5-701A-4BAF-A4AB-D3C6EB146053}" type="presOf" srcId="{0F93C24A-B6D4-41A2-90BE-49F7CBD91D6C}" destId="{C75E1FC9-E48D-46BD-94ED-C60CE00A1E22}" srcOrd="1" destOrd="0" presId="urn:microsoft.com/office/officeart/2005/8/layout/hierarchy3"/>
    <dgm:cxn modelId="{227AEAB5-7F7E-4F71-8109-9BFF3412E68E}" type="presOf" srcId="{C2A48527-B13F-408C-B655-CA25F63F53B3}" destId="{04AC5363-F371-4BDB-8387-AFFB15839679}" srcOrd="0" destOrd="0" presId="urn:microsoft.com/office/officeart/2005/8/layout/hierarchy3"/>
    <dgm:cxn modelId="{4CF904C3-B42F-49DB-B32F-31298FC54684}" srcId="{0F93C24A-B6D4-41A2-90BE-49F7CBD91D6C}" destId="{51C4A628-2B96-491F-A731-8525810340F9}" srcOrd="1" destOrd="0" parTransId="{A6445E9D-FD91-477C-8DA1-01BB13F524C0}" sibTransId="{F7694510-65F2-49D0-8B40-5FB6F213B624}"/>
    <dgm:cxn modelId="{45E643DF-018B-4179-B9B7-B5651592A0D8}" type="presOf" srcId="{A6445E9D-FD91-477C-8DA1-01BB13F524C0}" destId="{553C9E46-1905-4FB6-9E59-6B79C28A3BD6}" srcOrd="0" destOrd="0" presId="urn:microsoft.com/office/officeart/2005/8/layout/hierarchy3"/>
    <dgm:cxn modelId="{1F0FF3DF-7357-4B05-BFBC-0D814E5454F7}" type="presOf" srcId="{FE27414B-65AE-43D0-8D2E-1D57981858B6}" destId="{6CF9E6E5-6689-4B18-871F-EB1A801EE617}" srcOrd="0" destOrd="0" presId="urn:microsoft.com/office/officeart/2005/8/layout/hierarchy3"/>
    <dgm:cxn modelId="{EE6317E7-D5AD-41DF-9C41-F3AD44526686}" type="presOf" srcId="{B8F9898E-5ECD-481D-A989-01A8757E5988}" destId="{F865AE72-614A-4648-B05D-80A7244719D2}" srcOrd="0" destOrd="0" presId="urn:microsoft.com/office/officeart/2005/8/layout/hierarchy3"/>
    <dgm:cxn modelId="{81C550EB-50E9-4F8C-A0CB-50887DC44F9E}" type="presOf" srcId="{15D70367-51BB-4603-AC99-5295960094AB}" destId="{A44BAE3A-328A-4A7C-A4CD-F1D065D61073}" srcOrd="0" destOrd="0" presId="urn:microsoft.com/office/officeart/2005/8/layout/hierarchy3"/>
    <dgm:cxn modelId="{58E610EE-49CA-4E03-9596-DA94584EB04D}" srcId="{6EF03955-39B9-44A1-9656-D3FFEC9ECD53}" destId="{406A620A-AC75-4F69-A931-84967E52D636}" srcOrd="0" destOrd="0" parTransId="{FE27414B-65AE-43D0-8D2E-1D57981858B6}" sibTransId="{7FC85A51-5DB2-44ED-A86F-8DA5D40EE4D4}"/>
    <dgm:cxn modelId="{971789EE-6CC2-430F-AF5B-0CF9AAF76285}" type="presOf" srcId="{8D3EE5B9-AE98-4614-BE30-7C302D233FDB}" destId="{282162AF-34D8-44DF-BEB1-B604CB1A8E56}" srcOrd="0" destOrd="0" presId="urn:microsoft.com/office/officeart/2005/8/layout/hierarchy3"/>
    <dgm:cxn modelId="{B786B3F4-338C-4E17-B29A-6F07B69EFA80}" srcId="{8D3EE5B9-AE98-4614-BE30-7C302D233FDB}" destId="{C6455123-934C-40E2-8ADC-9E599AC45A98}" srcOrd="1" destOrd="0" parTransId="{F3CAB2ED-87C6-4B94-B88A-5CB55B4B2094}" sibTransId="{6A9BB3E8-EE2A-463B-9947-087B13A006C5}"/>
    <dgm:cxn modelId="{8F3947B7-DD2C-46CC-9238-FB20BDC8EFE9}" type="presParOf" srcId="{282162AF-34D8-44DF-BEB1-B604CB1A8E56}" destId="{569341CF-DC32-43BE-85A2-F5BB147B78CD}" srcOrd="0" destOrd="0" presId="urn:microsoft.com/office/officeart/2005/8/layout/hierarchy3"/>
    <dgm:cxn modelId="{5B065573-BAB8-41DD-8F74-2A542016EFED}" type="presParOf" srcId="{569341CF-DC32-43BE-85A2-F5BB147B78CD}" destId="{BB5A923E-A689-4BA6-B8C3-10669E7AE626}" srcOrd="0" destOrd="0" presId="urn:microsoft.com/office/officeart/2005/8/layout/hierarchy3"/>
    <dgm:cxn modelId="{D79C7EED-DE1D-482B-95E3-3C374FC4DF73}" type="presParOf" srcId="{BB5A923E-A689-4BA6-B8C3-10669E7AE626}" destId="{DBEF7573-286B-4525-A0C3-E6FE9E5FEC6C}" srcOrd="0" destOrd="0" presId="urn:microsoft.com/office/officeart/2005/8/layout/hierarchy3"/>
    <dgm:cxn modelId="{33E86A21-609C-4EEE-90FA-46D61AD7C875}" type="presParOf" srcId="{BB5A923E-A689-4BA6-B8C3-10669E7AE626}" destId="{A9DCE1C8-0F33-48B5-8DCD-B208AD04E308}" srcOrd="1" destOrd="0" presId="urn:microsoft.com/office/officeart/2005/8/layout/hierarchy3"/>
    <dgm:cxn modelId="{F16CD191-7BD1-4411-A685-3CBD51487C2F}" type="presParOf" srcId="{569341CF-DC32-43BE-85A2-F5BB147B78CD}" destId="{921B9A13-8F5E-44BE-8C3C-F80F98959489}" srcOrd="1" destOrd="0" presId="urn:microsoft.com/office/officeart/2005/8/layout/hierarchy3"/>
    <dgm:cxn modelId="{DC793749-20F5-4CFD-B144-8CCC11D61220}" type="presParOf" srcId="{921B9A13-8F5E-44BE-8C3C-F80F98959489}" destId="{6CF9E6E5-6689-4B18-871F-EB1A801EE617}" srcOrd="0" destOrd="0" presId="urn:microsoft.com/office/officeart/2005/8/layout/hierarchy3"/>
    <dgm:cxn modelId="{9567DB05-963F-41BF-840F-F3DB38357DC5}" type="presParOf" srcId="{921B9A13-8F5E-44BE-8C3C-F80F98959489}" destId="{13C2B505-DC1C-4464-B4C0-A79B9BB50B11}" srcOrd="1" destOrd="0" presId="urn:microsoft.com/office/officeart/2005/8/layout/hierarchy3"/>
    <dgm:cxn modelId="{1C153F52-E76B-4989-BA3B-26FC2F051466}" type="presParOf" srcId="{282162AF-34D8-44DF-BEB1-B604CB1A8E56}" destId="{5DDB0039-5F15-46FD-B883-89FB1D94C5F7}" srcOrd="1" destOrd="0" presId="urn:microsoft.com/office/officeart/2005/8/layout/hierarchy3"/>
    <dgm:cxn modelId="{A84DF6F3-6050-4479-AFDC-8C29ED68AD39}" type="presParOf" srcId="{5DDB0039-5F15-46FD-B883-89FB1D94C5F7}" destId="{9BC6ED50-858F-4A3D-9210-E4B29726B671}" srcOrd="0" destOrd="0" presId="urn:microsoft.com/office/officeart/2005/8/layout/hierarchy3"/>
    <dgm:cxn modelId="{35BA554B-5D81-4859-833E-F42B4CBD4981}" type="presParOf" srcId="{9BC6ED50-858F-4A3D-9210-E4B29726B671}" destId="{ABC9A9E8-330B-49B2-9DAE-AC04E61FC814}" srcOrd="0" destOrd="0" presId="urn:microsoft.com/office/officeart/2005/8/layout/hierarchy3"/>
    <dgm:cxn modelId="{6C44DC46-1947-4F5C-96E9-938176BAD1B7}" type="presParOf" srcId="{9BC6ED50-858F-4A3D-9210-E4B29726B671}" destId="{559F54BC-163D-4392-9709-7564CB55E0AE}" srcOrd="1" destOrd="0" presId="urn:microsoft.com/office/officeart/2005/8/layout/hierarchy3"/>
    <dgm:cxn modelId="{6718ABBE-6D63-4005-A446-BAE084D7D177}" type="presParOf" srcId="{5DDB0039-5F15-46FD-B883-89FB1D94C5F7}" destId="{969031BE-21DA-4169-B9AC-F509E09D73C1}" srcOrd="1" destOrd="0" presId="urn:microsoft.com/office/officeart/2005/8/layout/hierarchy3"/>
    <dgm:cxn modelId="{5E04F0E8-F95E-4D29-A784-42ACD9F79AC1}" type="presParOf" srcId="{969031BE-21DA-4169-B9AC-F509E09D73C1}" destId="{04AC5363-F371-4BDB-8387-AFFB15839679}" srcOrd="0" destOrd="0" presId="urn:microsoft.com/office/officeart/2005/8/layout/hierarchy3"/>
    <dgm:cxn modelId="{548776A2-A466-4922-B5D1-23C401AD440C}" type="presParOf" srcId="{969031BE-21DA-4169-B9AC-F509E09D73C1}" destId="{763C2AA6-0129-496F-A94B-2603B5A5E241}" srcOrd="1" destOrd="0" presId="urn:microsoft.com/office/officeart/2005/8/layout/hierarchy3"/>
    <dgm:cxn modelId="{AEDEB7CC-39AC-4211-87C2-4604B0E8F267}" type="presParOf" srcId="{969031BE-21DA-4169-B9AC-F509E09D73C1}" destId="{AE6DF139-8B52-4348-9F3C-E206FC6EB983}" srcOrd="2" destOrd="0" presId="urn:microsoft.com/office/officeart/2005/8/layout/hierarchy3"/>
    <dgm:cxn modelId="{D8CF662B-1C71-45AC-A8FC-6CED6B1AB0AB}" type="presParOf" srcId="{969031BE-21DA-4169-B9AC-F509E09D73C1}" destId="{D4F7A981-C3E1-48EE-A0FA-C0FD1C61064B}" srcOrd="3" destOrd="0" presId="urn:microsoft.com/office/officeart/2005/8/layout/hierarchy3"/>
    <dgm:cxn modelId="{8B6A27BF-AA81-4F5E-86D8-1BE347AC0B48}" type="presParOf" srcId="{282162AF-34D8-44DF-BEB1-B604CB1A8E56}" destId="{7F6A985D-18A2-4565-87AB-49E190242190}" srcOrd="2" destOrd="0" presId="urn:microsoft.com/office/officeart/2005/8/layout/hierarchy3"/>
    <dgm:cxn modelId="{74502423-C977-41B7-8D7F-05C185CEF7BF}" type="presParOf" srcId="{7F6A985D-18A2-4565-87AB-49E190242190}" destId="{34834127-DA59-4AA1-AAE2-76F39315DD0C}" srcOrd="0" destOrd="0" presId="urn:microsoft.com/office/officeart/2005/8/layout/hierarchy3"/>
    <dgm:cxn modelId="{E5177F31-2B48-46F5-BD66-9B58BFE07561}" type="presParOf" srcId="{34834127-DA59-4AA1-AAE2-76F39315DD0C}" destId="{AA252BDD-AC36-4152-A01C-531D1CE8FF5F}" srcOrd="0" destOrd="0" presId="urn:microsoft.com/office/officeart/2005/8/layout/hierarchy3"/>
    <dgm:cxn modelId="{D45F37A7-3D68-493D-9216-EE794F709032}" type="presParOf" srcId="{34834127-DA59-4AA1-AAE2-76F39315DD0C}" destId="{C75E1FC9-E48D-46BD-94ED-C60CE00A1E22}" srcOrd="1" destOrd="0" presId="urn:microsoft.com/office/officeart/2005/8/layout/hierarchy3"/>
    <dgm:cxn modelId="{1A48FDE9-4B3B-422B-A82E-329571777AA9}" type="presParOf" srcId="{7F6A985D-18A2-4565-87AB-49E190242190}" destId="{6167F93F-042D-45CE-95C7-CE499130ACD0}" srcOrd="1" destOrd="0" presId="urn:microsoft.com/office/officeart/2005/8/layout/hierarchy3"/>
    <dgm:cxn modelId="{0ECA50EB-7A41-44A5-968F-2877B260699B}" type="presParOf" srcId="{6167F93F-042D-45CE-95C7-CE499130ACD0}" destId="{A44BAE3A-328A-4A7C-A4CD-F1D065D61073}" srcOrd="0" destOrd="0" presId="urn:microsoft.com/office/officeart/2005/8/layout/hierarchy3"/>
    <dgm:cxn modelId="{F6737F2A-DDA4-4AA2-8B06-896842948641}" type="presParOf" srcId="{6167F93F-042D-45CE-95C7-CE499130ACD0}" destId="{F865AE72-614A-4648-B05D-80A7244719D2}" srcOrd="1" destOrd="0" presId="urn:microsoft.com/office/officeart/2005/8/layout/hierarchy3"/>
    <dgm:cxn modelId="{1BF9DB47-876D-4139-8E49-F60487119E9F}" type="presParOf" srcId="{6167F93F-042D-45CE-95C7-CE499130ACD0}" destId="{553C9E46-1905-4FB6-9E59-6B79C28A3BD6}" srcOrd="2" destOrd="0" presId="urn:microsoft.com/office/officeart/2005/8/layout/hierarchy3"/>
    <dgm:cxn modelId="{6DA6E537-870E-4100-8BC0-77761DBF87BC}" type="presParOf" srcId="{6167F93F-042D-45CE-95C7-CE499130ACD0}" destId="{12B707DA-0ACD-4E30-90C9-E89B38AF21F5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0C0181-80B5-4601-A0E4-34039A964BD1}" type="doc">
      <dgm:prSet loTypeId="urn:microsoft.com/office/officeart/2005/8/layout/bProcess3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D"/>
        </a:p>
      </dgm:t>
    </dgm:pt>
    <dgm:pt modelId="{1999042F-DBE1-4969-9908-94278EE120DC}">
      <dgm:prSet custT="1"/>
      <dgm:spPr/>
      <dgm:t>
        <a:bodyPr/>
        <a:lstStyle/>
        <a:p>
          <a:r>
            <a:rPr lang="en-US" sz="1600" dirty="0" err="1">
              <a:latin typeface="+mj-lt"/>
            </a:rPr>
            <a:t>Informasikan</a:t>
          </a:r>
          <a:r>
            <a:rPr lang="en-US" sz="1600" dirty="0">
              <a:latin typeface="+mj-lt"/>
            </a:rPr>
            <a:t> ke </a:t>
          </a:r>
          <a:r>
            <a:rPr lang="en-US" sz="1600" dirty="0" err="1">
              <a:latin typeface="+mj-lt"/>
            </a:rPr>
            <a:t>DCS</a:t>
          </a:r>
          <a:r>
            <a:rPr lang="en-US" sz="1600" dirty="0">
              <a:latin typeface="+mj-lt"/>
            </a:rPr>
            <a:t> </a:t>
          </a:r>
          <a:r>
            <a:rPr lang="en-US" sz="1600" dirty="0" err="1">
              <a:latin typeface="+mj-lt"/>
            </a:rPr>
            <a:t>akan</a:t>
          </a:r>
          <a:r>
            <a:rPr lang="en-US" sz="1600" dirty="0">
              <a:latin typeface="+mj-lt"/>
            </a:rPr>
            <a:t> </a:t>
          </a:r>
          <a:r>
            <a:rPr lang="en-US" sz="1600" dirty="0" err="1">
              <a:latin typeface="+mj-lt"/>
            </a:rPr>
            <a:t>dilakukan</a:t>
          </a:r>
          <a:r>
            <a:rPr lang="en-US" sz="1600" dirty="0">
              <a:latin typeface="+mj-lt"/>
            </a:rPr>
            <a:t> </a:t>
          </a:r>
          <a:r>
            <a:rPr lang="en-US" sz="1600" dirty="0" err="1">
              <a:latin typeface="+mj-lt"/>
            </a:rPr>
            <a:t>penggantian</a:t>
          </a:r>
          <a:r>
            <a:rPr lang="en-US" sz="1600" dirty="0">
              <a:latin typeface="+mj-lt"/>
            </a:rPr>
            <a:t> Fuel Oil to Fuel Gas</a:t>
          </a:r>
          <a:endParaRPr lang="en-ID" sz="1600" dirty="0">
            <a:latin typeface="+mj-lt"/>
          </a:endParaRPr>
        </a:p>
      </dgm:t>
    </dgm:pt>
    <dgm:pt modelId="{12D61BB1-CF8F-4CDF-8103-8EF9AD96C9AF}" type="parTrans" cxnId="{CCF2EF32-6CE2-4E73-83A4-A9A40C71387D}">
      <dgm:prSet/>
      <dgm:spPr/>
      <dgm:t>
        <a:bodyPr/>
        <a:lstStyle/>
        <a:p>
          <a:endParaRPr lang="en-ID" sz="3200"/>
        </a:p>
      </dgm:t>
    </dgm:pt>
    <dgm:pt modelId="{2B8C6231-7D53-497C-9977-DA44E328B026}" type="sibTrans" cxnId="{CCF2EF32-6CE2-4E73-83A4-A9A40C71387D}">
      <dgm:prSet custT="1"/>
      <dgm:spPr/>
      <dgm:t>
        <a:bodyPr/>
        <a:lstStyle/>
        <a:p>
          <a:endParaRPr lang="en-ID" sz="2000">
            <a:latin typeface="+mj-lt"/>
          </a:endParaRPr>
        </a:p>
      </dgm:t>
    </dgm:pt>
    <dgm:pt modelId="{1913E6B1-F9EF-451A-8584-BD237C88850E}">
      <dgm:prSet custT="1"/>
      <dgm:spPr/>
      <dgm:t>
        <a:bodyPr/>
        <a:lstStyle/>
        <a:p>
          <a:r>
            <a:rPr lang="en-ID" sz="1600" dirty="0">
              <a:latin typeface="+mj-lt"/>
            </a:rPr>
            <a:t>Buka Block Valve Fuel Gas (</a:t>
          </a:r>
          <a:r>
            <a:rPr lang="en-ID" sz="1600" dirty="0" err="1">
              <a:latin typeface="+mj-lt"/>
            </a:rPr>
            <a:t>Sekitar</a:t>
          </a:r>
          <a:r>
            <a:rPr lang="en-ID" sz="1600" dirty="0">
              <a:latin typeface="+mj-lt"/>
            </a:rPr>
            <a:t> 3 Drat)</a:t>
          </a:r>
        </a:p>
      </dgm:t>
    </dgm:pt>
    <dgm:pt modelId="{4A064128-2A5C-4648-AFCD-16A931BCE7BB}" type="parTrans" cxnId="{979135DC-643C-4428-9F53-4C756F622D8D}">
      <dgm:prSet/>
      <dgm:spPr/>
      <dgm:t>
        <a:bodyPr/>
        <a:lstStyle/>
        <a:p>
          <a:endParaRPr lang="en-ID" sz="3200"/>
        </a:p>
      </dgm:t>
    </dgm:pt>
    <dgm:pt modelId="{830B8CBE-2886-4893-BCD3-47258D0A9CAE}" type="sibTrans" cxnId="{979135DC-643C-4428-9F53-4C756F622D8D}">
      <dgm:prSet custT="1"/>
      <dgm:spPr/>
      <dgm:t>
        <a:bodyPr/>
        <a:lstStyle/>
        <a:p>
          <a:endParaRPr lang="en-ID" sz="2000">
            <a:latin typeface="+mj-lt"/>
          </a:endParaRPr>
        </a:p>
      </dgm:t>
    </dgm:pt>
    <dgm:pt modelId="{D26E419A-119F-498E-814F-193C8821FCF1}">
      <dgm:prSet custT="1"/>
      <dgm:spPr/>
      <dgm:t>
        <a:bodyPr/>
        <a:lstStyle/>
        <a:p>
          <a:r>
            <a:rPr lang="en-ID" sz="1600">
              <a:latin typeface="+mj-lt"/>
            </a:rPr>
            <a:t>Infromasikan ke DCS akan start Fuel Gas</a:t>
          </a:r>
        </a:p>
      </dgm:t>
    </dgm:pt>
    <dgm:pt modelId="{A1847740-ABB3-47F8-B95D-0AD885FC8D9D}" type="parTrans" cxnId="{5E09558F-5567-4359-9E38-608D4BA9A16B}">
      <dgm:prSet/>
      <dgm:spPr/>
      <dgm:t>
        <a:bodyPr/>
        <a:lstStyle/>
        <a:p>
          <a:endParaRPr lang="en-ID" sz="3200"/>
        </a:p>
      </dgm:t>
    </dgm:pt>
    <dgm:pt modelId="{D3AADC6B-1C6C-437A-B51B-824F4F525D6A}" type="sibTrans" cxnId="{5E09558F-5567-4359-9E38-608D4BA9A16B}">
      <dgm:prSet custT="1"/>
      <dgm:spPr/>
      <dgm:t>
        <a:bodyPr/>
        <a:lstStyle/>
        <a:p>
          <a:endParaRPr lang="en-ID" sz="2000">
            <a:latin typeface="+mj-lt"/>
          </a:endParaRPr>
        </a:p>
      </dgm:t>
    </dgm:pt>
    <dgm:pt modelId="{22E63DB1-7F52-4344-A4D7-06E8D22E8112}">
      <dgm:prSet custT="1"/>
      <dgm:spPr/>
      <dgm:t>
        <a:bodyPr/>
        <a:lstStyle/>
        <a:p>
          <a:r>
            <a:rPr lang="en-ID" sz="1600" dirty="0">
              <a:latin typeface="+mj-lt"/>
            </a:rPr>
            <a:t>Tekan Push Button Start Fuel Gas (</a:t>
          </a:r>
          <a:r>
            <a:rPr lang="en-ID" sz="1600" dirty="0" err="1">
              <a:latin typeface="+mj-lt"/>
            </a:rPr>
            <a:t>Membuka</a:t>
          </a:r>
          <a:r>
            <a:rPr lang="en-ID" sz="1600" dirty="0">
              <a:latin typeface="+mj-lt"/>
            </a:rPr>
            <a:t> valve 52-XV-221/223)</a:t>
          </a:r>
        </a:p>
      </dgm:t>
    </dgm:pt>
    <dgm:pt modelId="{DDA087EA-1D08-4A87-9362-A5BD9053F76D}" type="parTrans" cxnId="{0BCA0B58-7A70-4CC7-8D41-31D613BD0DE2}">
      <dgm:prSet/>
      <dgm:spPr/>
      <dgm:t>
        <a:bodyPr/>
        <a:lstStyle/>
        <a:p>
          <a:endParaRPr lang="en-ID" sz="3200"/>
        </a:p>
      </dgm:t>
    </dgm:pt>
    <dgm:pt modelId="{CD3C9B59-C49B-463B-A19A-A6C5DEE97F3B}" type="sibTrans" cxnId="{0BCA0B58-7A70-4CC7-8D41-31D613BD0DE2}">
      <dgm:prSet custT="1"/>
      <dgm:spPr/>
      <dgm:t>
        <a:bodyPr/>
        <a:lstStyle/>
        <a:p>
          <a:endParaRPr lang="en-ID" sz="2000">
            <a:latin typeface="+mj-lt"/>
          </a:endParaRPr>
        </a:p>
      </dgm:t>
    </dgm:pt>
    <dgm:pt modelId="{5B52B0BA-FCFD-4A25-9A25-47939F81328D}">
      <dgm:prSet custT="1"/>
      <dgm:spPr/>
      <dgm:t>
        <a:bodyPr/>
        <a:lstStyle/>
        <a:p>
          <a:r>
            <a:rPr lang="en-ID" sz="1600">
              <a:latin typeface="+mj-lt"/>
            </a:rPr>
            <a:t>Buka Penuh Block Valve Fuel Gas</a:t>
          </a:r>
        </a:p>
      </dgm:t>
    </dgm:pt>
    <dgm:pt modelId="{2B38DF6B-824A-4615-BBEC-236E759CDD07}" type="parTrans" cxnId="{B371540D-47E7-403F-9A3C-8106A7052EAC}">
      <dgm:prSet/>
      <dgm:spPr/>
      <dgm:t>
        <a:bodyPr/>
        <a:lstStyle/>
        <a:p>
          <a:endParaRPr lang="en-ID" sz="3200"/>
        </a:p>
      </dgm:t>
    </dgm:pt>
    <dgm:pt modelId="{DE510A9A-B85C-41CA-9F01-FB02D978B67B}" type="sibTrans" cxnId="{B371540D-47E7-403F-9A3C-8106A7052EAC}">
      <dgm:prSet custT="1"/>
      <dgm:spPr/>
      <dgm:t>
        <a:bodyPr/>
        <a:lstStyle/>
        <a:p>
          <a:endParaRPr lang="en-ID" sz="2000">
            <a:latin typeface="+mj-lt"/>
          </a:endParaRPr>
        </a:p>
      </dgm:t>
    </dgm:pt>
    <dgm:pt modelId="{DB03077E-B061-4A31-A207-CAAFFB6D593D}">
      <dgm:prSet custT="1"/>
      <dgm:spPr/>
      <dgm:t>
        <a:bodyPr/>
        <a:lstStyle/>
        <a:p>
          <a:r>
            <a:rPr lang="en-ID" sz="1600">
              <a:latin typeface="+mj-lt"/>
            </a:rPr>
            <a:t>Informasikan ke DCS akan stop Fuel Oil</a:t>
          </a:r>
        </a:p>
      </dgm:t>
    </dgm:pt>
    <dgm:pt modelId="{0D9101BB-8EF7-4C72-88AC-4E18D18BBF0F}" type="parTrans" cxnId="{F1D9F27B-7529-4241-BE7C-C4F5891B9BFD}">
      <dgm:prSet/>
      <dgm:spPr/>
      <dgm:t>
        <a:bodyPr/>
        <a:lstStyle/>
        <a:p>
          <a:endParaRPr lang="en-ID" sz="3200"/>
        </a:p>
      </dgm:t>
    </dgm:pt>
    <dgm:pt modelId="{FA971467-ABEA-47B0-A741-99F36117AECE}" type="sibTrans" cxnId="{F1D9F27B-7529-4241-BE7C-C4F5891B9BFD}">
      <dgm:prSet custT="1"/>
      <dgm:spPr/>
      <dgm:t>
        <a:bodyPr/>
        <a:lstStyle/>
        <a:p>
          <a:endParaRPr lang="en-ID" sz="2000">
            <a:latin typeface="+mj-lt"/>
          </a:endParaRPr>
        </a:p>
      </dgm:t>
    </dgm:pt>
    <dgm:pt modelId="{8BD43341-79C3-42A8-92D5-A73D7F21D0BE}">
      <dgm:prSet custT="1"/>
      <dgm:spPr/>
      <dgm:t>
        <a:bodyPr/>
        <a:lstStyle/>
        <a:p>
          <a:r>
            <a:rPr lang="en-ID" sz="1600" dirty="0">
              <a:latin typeface="+mj-lt"/>
            </a:rPr>
            <a:t>Tekan Push Button Stop Fuel Oil</a:t>
          </a:r>
        </a:p>
      </dgm:t>
    </dgm:pt>
    <dgm:pt modelId="{BA35E594-39E4-463B-A89B-380C512BE4FB}" type="parTrans" cxnId="{6D41F77F-B3D9-45B1-AD57-EAC55479DF5B}">
      <dgm:prSet/>
      <dgm:spPr/>
      <dgm:t>
        <a:bodyPr/>
        <a:lstStyle/>
        <a:p>
          <a:endParaRPr lang="en-ID" sz="3200"/>
        </a:p>
      </dgm:t>
    </dgm:pt>
    <dgm:pt modelId="{2AEBF627-8589-4E04-8C19-66E642762B81}" type="sibTrans" cxnId="{6D41F77F-B3D9-45B1-AD57-EAC55479DF5B}">
      <dgm:prSet custT="1"/>
      <dgm:spPr/>
      <dgm:t>
        <a:bodyPr/>
        <a:lstStyle/>
        <a:p>
          <a:endParaRPr lang="en-ID" sz="2000">
            <a:latin typeface="+mj-lt"/>
          </a:endParaRPr>
        </a:p>
      </dgm:t>
    </dgm:pt>
    <dgm:pt modelId="{D8C0C886-1119-4D9C-8DF9-089D6645310F}">
      <dgm:prSet custT="1"/>
      <dgm:spPr/>
      <dgm:t>
        <a:bodyPr/>
        <a:lstStyle/>
        <a:p>
          <a:r>
            <a:rPr lang="en-ID" sz="1200" dirty="0" err="1">
              <a:latin typeface="+mj-lt"/>
            </a:rPr>
            <a:t>Penutupan</a:t>
          </a:r>
          <a:r>
            <a:rPr lang="en-ID" sz="1200" dirty="0">
              <a:latin typeface="+mj-lt"/>
            </a:rPr>
            <a:t> Valve Fuel Oil  52-XV-226/225 &amp;Valve Atomizing 52-</a:t>
          </a:r>
          <a:r>
            <a:rPr lang="en-ID" sz="1200" dirty="0" err="1">
              <a:latin typeface="+mj-lt"/>
            </a:rPr>
            <a:t>XY</a:t>
          </a:r>
          <a:r>
            <a:rPr lang="en-ID" sz="1200" dirty="0">
              <a:latin typeface="+mj-lt"/>
            </a:rPr>
            <a:t>-228/227</a:t>
          </a:r>
        </a:p>
      </dgm:t>
    </dgm:pt>
    <dgm:pt modelId="{629A8282-CB2D-420C-AD13-0FFFFE2BCCD7}" type="parTrans" cxnId="{6E5AD546-C77C-4384-8427-C86F52785089}">
      <dgm:prSet/>
      <dgm:spPr/>
      <dgm:t>
        <a:bodyPr/>
        <a:lstStyle/>
        <a:p>
          <a:endParaRPr lang="en-ID" sz="3200"/>
        </a:p>
      </dgm:t>
    </dgm:pt>
    <dgm:pt modelId="{8B687620-026D-43DC-8ECA-97CCFA40C250}" type="sibTrans" cxnId="{6E5AD546-C77C-4384-8427-C86F52785089}">
      <dgm:prSet/>
      <dgm:spPr/>
      <dgm:t>
        <a:bodyPr/>
        <a:lstStyle/>
        <a:p>
          <a:endParaRPr lang="en-ID" sz="3200"/>
        </a:p>
      </dgm:t>
    </dgm:pt>
    <dgm:pt modelId="{C287C4EA-4E51-497C-B96C-3CA6EEF420C4}">
      <dgm:prSet custT="1"/>
      <dgm:spPr/>
      <dgm:t>
        <a:bodyPr/>
        <a:lstStyle/>
        <a:p>
          <a:r>
            <a:rPr lang="en-ID" sz="1200" dirty="0" err="1">
              <a:latin typeface="+mj-lt"/>
            </a:rPr>
            <a:t>Pembukaan</a:t>
          </a:r>
          <a:r>
            <a:rPr lang="en-ID" sz="1200" dirty="0">
              <a:latin typeface="+mj-lt"/>
            </a:rPr>
            <a:t>  Valve Purging 52-</a:t>
          </a:r>
          <a:r>
            <a:rPr lang="en-ID" sz="1200" dirty="0" err="1">
              <a:latin typeface="+mj-lt"/>
            </a:rPr>
            <a:t>XY</a:t>
          </a:r>
          <a:r>
            <a:rPr lang="en-ID" sz="1200" dirty="0">
              <a:latin typeface="+mj-lt"/>
            </a:rPr>
            <a:t>-232/231</a:t>
          </a:r>
        </a:p>
      </dgm:t>
    </dgm:pt>
    <dgm:pt modelId="{847CF2DB-BDBB-41E8-9438-CD5CC7BB5432}" type="parTrans" cxnId="{A4868D5F-6A3E-495D-8A95-3D3B57D00ADF}">
      <dgm:prSet/>
      <dgm:spPr/>
      <dgm:t>
        <a:bodyPr/>
        <a:lstStyle/>
        <a:p>
          <a:endParaRPr lang="en-ID" sz="3200"/>
        </a:p>
      </dgm:t>
    </dgm:pt>
    <dgm:pt modelId="{B7B3A1DA-7EF6-41BA-A2EF-D90D3D09F757}" type="sibTrans" cxnId="{A4868D5F-6A3E-495D-8A95-3D3B57D00ADF}">
      <dgm:prSet/>
      <dgm:spPr/>
      <dgm:t>
        <a:bodyPr/>
        <a:lstStyle/>
        <a:p>
          <a:endParaRPr lang="en-ID" sz="3200"/>
        </a:p>
      </dgm:t>
    </dgm:pt>
    <dgm:pt modelId="{E1D5D8F7-03E7-4FFA-B04E-CD37CA0C3C00}">
      <dgm:prSet custT="1"/>
      <dgm:spPr/>
      <dgm:t>
        <a:bodyPr/>
        <a:lstStyle/>
        <a:p>
          <a:r>
            <a:rPr lang="en-ID" sz="1600" dirty="0" err="1">
              <a:latin typeface="+mj-lt"/>
            </a:rPr>
            <a:t>Tutup</a:t>
          </a:r>
          <a:r>
            <a:rPr lang="en-ID" sz="1600" dirty="0">
              <a:latin typeface="+mj-lt"/>
            </a:rPr>
            <a:t> Block Valve Fuel Oil dan Valve Atomizing</a:t>
          </a:r>
        </a:p>
      </dgm:t>
    </dgm:pt>
    <dgm:pt modelId="{58D299B4-0B3D-4BD0-B651-CE6F2457F175}" type="parTrans" cxnId="{6179BEDF-D3B3-49FB-B66B-D70454AD74E9}">
      <dgm:prSet/>
      <dgm:spPr/>
      <dgm:t>
        <a:bodyPr/>
        <a:lstStyle/>
        <a:p>
          <a:endParaRPr lang="en-ID" sz="3200"/>
        </a:p>
      </dgm:t>
    </dgm:pt>
    <dgm:pt modelId="{94F16166-16D8-4B27-8FAD-B514193CD2C9}" type="sibTrans" cxnId="{6179BEDF-D3B3-49FB-B66B-D70454AD74E9}">
      <dgm:prSet custT="1"/>
      <dgm:spPr/>
      <dgm:t>
        <a:bodyPr/>
        <a:lstStyle/>
        <a:p>
          <a:endParaRPr lang="en-ID" sz="2000">
            <a:latin typeface="+mj-lt"/>
          </a:endParaRPr>
        </a:p>
      </dgm:t>
    </dgm:pt>
    <dgm:pt modelId="{C614C6D6-2A4B-4E75-A305-F4EF8CF546B3}">
      <dgm:prSet custT="1"/>
      <dgm:spPr/>
      <dgm:t>
        <a:bodyPr/>
        <a:lstStyle/>
        <a:p>
          <a:r>
            <a:rPr lang="en-US" sz="1600" dirty="0">
              <a:latin typeface="+mj-lt"/>
            </a:rPr>
            <a:t>Purging Hole Gun Burner</a:t>
          </a:r>
          <a:endParaRPr lang="en-ID" sz="1600" dirty="0">
            <a:latin typeface="+mj-lt"/>
          </a:endParaRPr>
        </a:p>
      </dgm:t>
    </dgm:pt>
    <dgm:pt modelId="{71969A9F-756D-42A0-ABB0-EEC14B77DDB8}" type="parTrans" cxnId="{22BA1570-A88A-4DE4-9FBB-1787B7E0B29A}">
      <dgm:prSet/>
      <dgm:spPr/>
      <dgm:t>
        <a:bodyPr/>
        <a:lstStyle/>
        <a:p>
          <a:endParaRPr lang="en-ID"/>
        </a:p>
      </dgm:t>
    </dgm:pt>
    <dgm:pt modelId="{5EF455AF-A856-4F12-8A4D-0116788FCC28}" type="sibTrans" cxnId="{22BA1570-A88A-4DE4-9FBB-1787B7E0B29A}">
      <dgm:prSet/>
      <dgm:spPr/>
      <dgm:t>
        <a:bodyPr/>
        <a:lstStyle/>
        <a:p>
          <a:endParaRPr lang="en-ID"/>
        </a:p>
      </dgm:t>
    </dgm:pt>
    <dgm:pt modelId="{8DED142F-6133-4528-ABB7-9573E67A2BD9}">
      <dgm:prSet custT="1"/>
      <dgm:spPr/>
      <dgm:t>
        <a:bodyPr/>
        <a:lstStyle/>
        <a:p>
          <a:r>
            <a:rPr lang="en-US" sz="1600">
              <a:latin typeface="+mj-lt"/>
            </a:rPr>
            <a:t>Lepas Gun Burner dari Burner</a:t>
          </a:r>
          <a:endParaRPr lang="en-ID" sz="1600" dirty="0">
            <a:latin typeface="+mj-lt"/>
          </a:endParaRPr>
        </a:p>
      </dgm:t>
    </dgm:pt>
    <dgm:pt modelId="{61231433-6F32-49FA-98B2-CC20589B4179}" type="parTrans" cxnId="{8148DB1B-028B-489B-A258-979AADFBE25B}">
      <dgm:prSet/>
      <dgm:spPr/>
      <dgm:t>
        <a:bodyPr/>
        <a:lstStyle/>
        <a:p>
          <a:endParaRPr lang="en-ID"/>
        </a:p>
      </dgm:t>
    </dgm:pt>
    <dgm:pt modelId="{CD9BFC03-CE87-428D-99C8-3C4327457780}" type="sibTrans" cxnId="{8148DB1B-028B-489B-A258-979AADFBE25B}">
      <dgm:prSet/>
      <dgm:spPr/>
      <dgm:t>
        <a:bodyPr/>
        <a:lstStyle/>
        <a:p>
          <a:endParaRPr lang="en-ID"/>
        </a:p>
      </dgm:t>
    </dgm:pt>
    <dgm:pt modelId="{DD36117F-2B0B-4DB0-93D4-D75DB07F3BD8}" type="pres">
      <dgm:prSet presAssocID="{5D0C0181-80B5-4601-A0E4-34039A964BD1}" presName="Name0" presStyleCnt="0">
        <dgm:presLayoutVars>
          <dgm:dir/>
          <dgm:resizeHandles val="exact"/>
        </dgm:presLayoutVars>
      </dgm:prSet>
      <dgm:spPr/>
    </dgm:pt>
    <dgm:pt modelId="{1627463C-F130-4FDD-9401-BEE1D2547430}" type="pres">
      <dgm:prSet presAssocID="{1999042F-DBE1-4969-9908-94278EE120DC}" presName="node" presStyleLbl="node1" presStyleIdx="0" presStyleCnt="10">
        <dgm:presLayoutVars>
          <dgm:bulletEnabled val="1"/>
        </dgm:presLayoutVars>
      </dgm:prSet>
      <dgm:spPr/>
    </dgm:pt>
    <dgm:pt modelId="{E84CA587-A29C-4269-AADB-246CF4154C53}" type="pres">
      <dgm:prSet presAssocID="{2B8C6231-7D53-497C-9977-DA44E328B026}" presName="sibTrans" presStyleLbl="sibTrans1D1" presStyleIdx="0" presStyleCnt="9"/>
      <dgm:spPr/>
    </dgm:pt>
    <dgm:pt modelId="{7A9FA319-9624-4133-8256-52BB8F1E7F8C}" type="pres">
      <dgm:prSet presAssocID="{2B8C6231-7D53-497C-9977-DA44E328B026}" presName="connectorText" presStyleLbl="sibTrans1D1" presStyleIdx="0" presStyleCnt="9"/>
      <dgm:spPr/>
    </dgm:pt>
    <dgm:pt modelId="{2B7D985D-E902-4181-8C3F-4660A46CC7A6}" type="pres">
      <dgm:prSet presAssocID="{1913E6B1-F9EF-451A-8584-BD237C88850E}" presName="node" presStyleLbl="node1" presStyleIdx="1" presStyleCnt="10">
        <dgm:presLayoutVars>
          <dgm:bulletEnabled val="1"/>
        </dgm:presLayoutVars>
      </dgm:prSet>
      <dgm:spPr/>
    </dgm:pt>
    <dgm:pt modelId="{67C84C2D-73D7-4D4D-B1F9-8530D5310190}" type="pres">
      <dgm:prSet presAssocID="{830B8CBE-2886-4893-BCD3-47258D0A9CAE}" presName="sibTrans" presStyleLbl="sibTrans1D1" presStyleIdx="1" presStyleCnt="9"/>
      <dgm:spPr/>
    </dgm:pt>
    <dgm:pt modelId="{79504C09-900B-4EB7-8898-6DFA2955782D}" type="pres">
      <dgm:prSet presAssocID="{830B8CBE-2886-4893-BCD3-47258D0A9CAE}" presName="connectorText" presStyleLbl="sibTrans1D1" presStyleIdx="1" presStyleCnt="9"/>
      <dgm:spPr/>
    </dgm:pt>
    <dgm:pt modelId="{65304C3E-34C2-4CBD-A943-8A55EF70C93C}" type="pres">
      <dgm:prSet presAssocID="{D26E419A-119F-498E-814F-193C8821FCF1}" presName="node" presStyleLbl="node1" presStyleIdx="2" presStyleCnt="10">
        <dgm:presLayoutVars>
          <dgm:bulletEnabled val="1"/>
        </dgm:presLayoutVars>
      </dgm:prSet>
      <dgm:spPr/>
    </dgm:pt>
    <dgm:pt modelId="{D62D7B1D-43C6-42E3-9875-377FA476FD31}" type="pres">
      <dgm:prSet presAssocID="{D3AADC6B-1C6C-437A-B51B-824F4F525D6A}" presName="sibTrans" presStyleLbl="sibTrans1D1" presStyleIdx="2" presStyleCnt="9"/>
      <dgm:spPr/>
    </dgm:pt>
    <dgm:pt modelId="{470CD19D-FE37-4523-B6BE-305EF3FEA5E4}" type="pres">
      <dgm:prSet presAssocID="{D3AADC6B-1C6C-437A-B51B-824F4F525D6A}" presName="connectorText" presStyleLbl="sibTrans1D1" presStyleIdx="2" presStyleCnt="9"/>
      <dgm:spPr/>
    </dgm:pt>
    <dgm:pt modelId="{58E3BB86-B13F-4ECA-A5A5-B5A225C38F86}" type="pres">
      <dgm:prSet presAssocID="{22E63DB1-7F52-4344-A4D7-06E8D22E8112}" presName="node" presStyleLbl="node1" presStyleIdx="3" presStyleCnt="10">
        <dgm:presLayoutVars>
          <dgm:bulletEnabled val="1"/>
        </dgm:presLayoutVars>
      </dgm:prSet>
      <dgm:spPr/>
    </dgm:pt>
    <dgm:pt modelId="{E7198AA2-40B2-40C3-BDE6-BB71D91D1028}" type="pres">
      <dgm:prSet presAssocID="{CD3C9B59-C49B-463B-A19A-A6C5DEE97F3B}" presName="sibTrans" presStyleLbl="sibTrans1D1" presStyleIdx="3" presStyleCnt="9"/>
      <dgm:spPr/>
    </dgm:pt>
    <dgm:pt modelId="{30F91E33-8FC6-4E4A-A9D4-DE5480DA63FA}" type="pres">
      <dgm:prSet presAssocID="{CD3C9B59-C49B-463B-A19A-A6C5DEE97F3B}" presName="connectorText" presStyleLbl="sibTrans1D1" presStyleIdx="3" presStyleCnt="9"/>
      <dgm:spPr/>
    </dgm:pt>
    <dgm:pt modelId="{D6BBD56E-5819-4C66-817F-E1C4861C9E7B}" type="pres">
      <dgm:prSet presAssocID="{5B52B0BA-FCFD-4A25-9A25-47939F81328D}" presName="node" presStyleLbl="node1" presStyleIdx="4" presStyleCnt="10">
        <dgm:presLayoutVars>
          <dgm:bulletEnabled val="1"/>
        </dgm:presLayoutVars>
      </dgm:prSet>
      <dgm:spPr/>
    </dgm:pt>
    <dgm:pt modelId="{7BFD2E5A-C3F9-4C33-AFCC-349D5CC86CE8}" type="pres">
      <dgm:prSet presAssocID="{DE510A9A-B85C-41CA-9F01-FB02D978B67B}" presName="sibTrans" presStyleLbl="sibTrans1D1" presStyleIdx="4" presStyleCnt="9"/>
      <dgm:spPr/>
    </dgm:pt>
    <dgm:pt modelId="{BD7E4084-EE6D-4D39-9301-A243FD15BC4A}" type="pres">
      <dgm:prSet presAssocID="{DE510A9A-B85C-41CA-9F01-FB02D978B67B}" presName="connectorText" presStyleLbl="sibTrans1D1" presStyleIdx="4" presStyleCnt="9"/>
      <dgm:spPr/>
    </dgm:pt>
    <dgm:pt modelId="{ED5BFA86-D5F4-49E4-A0D5-EEEF90224FB8}" type="pres">
      <dgm:prSet presAssocID="{DB03077E-B061-4A31-A207-CAAFFB6D593D}" presName="node" presStyleLbl="node1" presStyleIdx="5" presStyleCnt="10">
        <dgm:presLayoutVars>
          <dgm:bulletEnabled val="1"/>
        </dgm:presLayoutVars>
      </dgm:prSet>
      <dgm:spPr/>
    </dgm:pt>
    <dgm:pt modelId="{1935D18A-23C4-4B63-B5F3-DA3B88D86D67}" type="pres">
      <dgm:prSet presAssocID="{FA971467-ABEA-47B0-A741-99F36117AECE}" presName="sibTrans" presStyleLbl="sibTrans1D1" presStyleIdx="5" presStyleCnt="9"/>
      <dgm:spPr/>
    </dgm:pt>
    <dgm:pt modelId="{D818F7A9-4275-41E6-98D3-5EF139B3A2E6}" type="pres">
      <dgm:prSet presAssocID="{FA971467-ABEA-47B0-A741-99F36117AECE}" presName="connectorText" presStyleLbl="sibTrans1D1" presStyleIdx="5" presStyleCnt="9"/>
      <dgm:spPr/>
    </dgm:pt>
    <dgm:pt modelId="{A462DA1D-99D5-4A2B-99FF-D7A5AE30B22D}" type="pres">
      <dgm:prSet presAssocID="{8BD43341-79C3-42A8-92D5-A73D7F21D0BE}" presName="node" presStyleLbl="node1" presStyleIdx="6" presStyleCnt="10" custScaleY="121453">
        <dgm:presLayoutVars>
          <dgm:bulletEnabled val="1"/>
        </dgm:presLayoutVars>
      </dgm:prSet>
      <dgm:spPr/>
    </dgm:pt>
    <dgm:pt modelId="{F121EF74-EBDD-4082-AD7F-1A974BA2523D}" type="pres">
      <dgm:prSet presAssocID="{2AEBF627-8589-4E04-8C19-66E642762B81}" presName="sibTrans" presStyleLbl="sibTrans1D1" presStyleIdx="6" presStyleCnt="9"/>
      <dgm:spPr/>
    </dgm:pt>
    <dgm:pt modelId="{C8F7906E-7FA8-43E6-A813-B57D3CEFC3E1}" type="pres">
      <dgm:prSet presAssocID="{2AEBF627-8589-4E04-8C19-66E642762B81}" presName="connectorText" presStyleLbl="sibTrans1D1" presStyleIdx="6" presStyleCnt="9"/>
      <dgm:spPr/>
    </dgm:pt>
    <dgm:pt modelId="{F60C404B-477F-4E36-9B8E-D85D76292BCA}" type="pres">
      <dgm:prSet presAssocID="{E1D5D8F7-03E7-4FFA-B04E-CD37CA0C3C00}" presName="node" presStyleLbl="node1" presStyleIdx="7" presStyleCnt="10">
        <dgm:presLayoutVars>
          <dgm:bulletEnabled val="1"/>
        </dgm:presLayoutVars>
      </dgm:prSet>
      <dgm:spPr/>
    </dgm:pt>
    <dgm:pt modelId="{66799BA6-82B4-47D0-A495-24E099974CB5}" type="pres">
      <dgm:prSet presAssocID="{94F16166-16D8-4B27-8FAD-B514193CD2C9}" presName="sibTrans" presStyleLbl="sibTrans1D1" presStyleIdx="7" presStyleCnt="9"/>
      <dgm:spPr/>
    </dgm:pt>
    <dgm:pt modelId="{AA432367-93E6-4577-85A8-1AF6092E6213}" type="pres">
      <dgm:prSet presAssocID="{94F16166-16D8-4B27-8FAD-B514193CD2C9}" presName="connectorText" presStyleLbl="sibTrans1D1" presStyleIdx="7" presStyleCnt="9"/>
      <dgm:spPr/>
    </dgm:pt>
    <dgm:pt modelId="{3BD49F9F-B2B3-4458-9949-016C78D82F7D}" type="pres">
      <dgm:prSet presAssocID="{8DED142F-6133-4528-ABB7-9573E67A2BD9}" presName="node" presStyleLbl="node1" presStyleIdx="8" presStyleCnt="10">
        <dgm:presLayoutVars>
          <dgm:bulletEnabled val="1"/>
        </dgm:presLayoutVars>
      </dgm:prSet>
      <dgm:spPr/>
    </dgm:pt>
    <dgm:pt modelId="{580E5652-3B8B-420D-A5BD-7A327191D4E1}" type="pres">
      <dgm:prSet presAssocID="{CD9BFC03-CE87-428D-99C8-3C4327457780}" presName="sibTrans" presStyleLbl="sibTrans1D1" presStyleIdx="8" presStyleCnt="9"/>
      <dgm:spPr/>
    </dgm:pt>
    <dgm:pt modelId="{BBDE43F2-D2C8-4CB8-8B3E-837AFD55524B}" type="pres">
      <dgm:prSet presAssocID="{CD9BFC03-CE87-428D-99C8-3C4327457780}" presName="connectorText" presStyleLbl="sibTrans1D1" presStyleIdx="8" presStyleCnt="9"/>
      <dgm:spPr/>
    </dgm:pt>
    <dgm:pt modelId="{552F9331-B2FD-4679-95BD-792E420445F6}" type="pres">
      <dgm:prSet presAssocID="{C614C6D6-2A4B-4E75-A305-F4EF8CF546B3}" presName="node" presStyleLbl="node1" presStyleIdx="9" presStyleCnt="10">
        <dgm:presLayoutVars>
          <dgm:bulletEnabled val="1"/>
        </dgm:presLayoutVars>
      </dgm:prSet>
      <dgm:spPr/>
    </dgm:pt>
  </dgm:ptLst>
  <dgm:cxnLst>
    <dgm:cxn modelId="{082B2803-2038-4BD3-9FD9-B23AFF517509}" type="presOf" srcId="{D8C0C886-1119-4D9C-8DF9-089D6645310F}" destId="{A462DA1D-99D5-4A2B-99FF-D7A5AE30B22D}" srcOrd="0" destOrd="1" presId="urn:microsoft.com/office/officeart/2005/8/layout/bProcess3"/>
    <dgm:cxn modelId="{6F233905-D302-4A72-B8D0-F770AC14276F}" type="presOf" srcId="{2B8C6231-7D53-497C-9977-DA44E328B026}" destId="{E84CA587-A29C-4269-AADB-246CF4154C53}" srcOrd="0" destOrd="0" presId="urn:microsoft.com/office/officeart/2005/8/layout/bProcess3"/>
    <dgm:cxn modelId="{B371540D-47E7-403F-9A3C-8106A7052EAC}" srcId="{5D0C0181-80B5-4601-A0E4-34039A964BD1}" destId="{5B52B0BA-FCFD-4A25-9A25-47939F81328D}" srcOrd="4" destOrd="0" parTransId="{2B38DF6B-824A-4615-BBEC-236E759CDD07}" sibTransId="{DE510A9A-B85C-41CA-9F01-FB02D978B67B}"/>
    <dgm:cxn modelId="{0B835614-6AB4-481C-A8CE-5718437B57E9}" type="presOf" srcId="{1999042F-DBE1-4969-9908-94278EE120DC}" destId="{1627463C-F130-4FDD-9401-BEE1D2547430}" srcOrd="0" destOrd="0" presId="urn:microsoft.com/office/officeart/2005/8/layout/bProcess3"/>
    <dgm:cxn modelId="{8148DB1B-028B-489B-A258-979AADFBE25B}" srcId="{5D0C0181-80B5-4601-A0E4-34039A964BD1}" destId="{8DED142F-6133-4528-ABB7-9573E67A2BD9}" srcOrd="8" destOrd="0" parTransId="{61231433-6F32-49FA-98B2-CC20589B4179}" sibTransId="{CD9BFC03-CE87-428D-99C8-3C4327457780}"/>
    <dgm:cxn modelId="{04F6102E-A23A-40C3-9DD2-2CD891BC248C}" type="presOf" srcId="{2AEBF627-8589-4E04-8C19-66E642762B81}" destId="{C8F7906E-7FA8-43E6-A813-B57D3CEFC3E1}" srcOrd="1" destOrd="0" presId="urn:microsoft.com/office/officeart/2005/8/layout/bProcess3"/>
    <dgm:cxn modelId="{CCF2EF32-6CE2-4E73-83A4-A9A40C71387D}" srcId="{5D0C0181-80B5-4601-A0E4-34039A964BD1}" destId="{1999042F-DBE1-4969-9908-94278EE120DC}" srcOrd="0" destOrd="0" parTransId="{12D61BB1-CF8F-4CDF-8103-8EF9AD96C9AF}" sibTransId="{2B8C6231-7D53-497C-9977-DA44E328B026}"/>
    <dgm:cxn modelId="{EE9DE636-7332-46F0-B2F9-11E3921CDB0E}" type="presOf" srcId="{CD9BFC03-CE87-428D-99C8-3C4327457780}" destId="{580E5652-3B8B-420D-A5BD-7A327191D4E1}" srcOrd="0" destOrd="0" presId="urn:microsoft.com/office/officeart/2005/8/layout/bProcess3"/>
    <dgm:cxn modelId="{B419EE37-04FD-4A0D-A097-51296E92CB51}" type="presOf" srcId="{830B8CBE-2886-4893-BCD3-47258D0A9CAE}" destId="{79504C09-900B-4EB7-8898-6DFA2955782D}" srcOrd="1" destOrd="0" presId="urn:microsoft.com/office/officeart/2005/8/layout/bProcess3"/>
    <dgm:cxn modelId="{E1C7215E-3D57-4710-B0F1-2BCD190CEF2A}" type="presOf" srcId="{E1D5D8F7-03E7-4FFA-B04E-CD37CA0C3C00}" destId="{F60C404B-477F-4E36-9B8E-D85D76292BCA}" srcOrd="0" destOrd="0" presId="urn:microsoft.com/office/officeart/2005/8/layout/bProcess3"/>
    <dgm:cxn modelId="{A4868D5F-6A3E-495D-8A95-3D3B57D00ADF}" srcId="{8BD43341-79C3-42A8-92D5-A73D7F21D0BE}" destId="{C287C4EA-4E51-497C-B96C-3CA6EEF420C4}" srcOrd="1" destOrd="0" parTransId="{847CF2DB-BDBB-41E8-9438-CD5CC7BB5432}" sibTransId="{B7B3A1DA-7EF6-41BA-A2EF-D90D3D09F757}"/>
    <dgm:cxn modelId="{80FC3161-5DCE-43ED-923B-7D1572159B45}" type="presOf" srcId="{FA971467-ABEA-47B0-A741-99F36117AECE}" destId="{D818F7A9-4275-41E6-98D3-5EF139B3A2E6}" srcOrd="1" destOrd="0" presId="urn:microsoft.com/office/officeart/2005/8/layout/bProcess3"/>
    <dgm:cxn modelId="{A7173E66-CBDC-4F54-9A48-85DD2C94DC28}" type="presOf" srcId="{5B52B0BA-FCFD-4A25-9A25-47939F81328D}" destId="{D6BBD56E-5819-4C66-817F-E1C4861C9E7B}" srcOrd="0" destOrd="0" presId="urn:microsoft.com/office/officeart/2005/8/layout/bProcess3"/>
    <dgm:cxn modelId="{6E5AD546-C77C-4384-8427-C86F52785089}" srcId="{8BD43341-79C3-42A8-92D5-A73D7F21D0BE}" destId="{D8C0C886-1119-4D9C-8DF9-089D6645310F}" srcOrd="0" destOrd="0" parTransId="{629A8282-CB2D-420C-AD13-0FFFFE2BCCD7}" sibTransId="{8B687620-026D-43DC-8ECA-97CCFA40C250}"/>
    <dgm:cxn modelId="{9F64F248-5A10-4698-8601-ACD287109615}" type="presOf" srcId="{CD3C9B59-C49B-463B-A19A-A6C5DEE97F3B}" destId="{30F91E33-8FC6-4E4A-A9D4-DE5480DA63FA}" srcOrd="1" destOrd="0" presId="urn:microsoft.com/office/officeart/2005/8/layout/bProcess3"/>
    <dgm:cxn modelId="{DDF3D46A-1359-484F-B65C-9BF4B7EC8112}" type="presOf" srcId="{DB03077E-B061-4A31-A207-CAAFFB6D593D}" destId="{ED5BFA86-D5F4-49E4-A0D5-EEEF90224FB8}" srcOrd="0" destOrd="0" presId="urn:microsoft.com/office/officeart/2005/8/layout/bProcess3"/>
    <dgm:cxn modelId="{22BA1570-A88A-4DE4-9FBB-1787B7E0B29A}" srcId="{5D0C0181-80B5-4601-A0E4-34039A964BD1}" destId="{C614C6D6-2A4B-4E75-A305-F4EF8CF546B3}" srcOrd="9" destOrd="0" parTransId="{71969A9F-756D-42A0-ABB0-EEC14B77DDB8}" sibTransId="{5EF455AF-A856-4F12-8A4D-0116788FCC28}"/>
    <dgm:cxn modelId="{0BCA0B58-7A70-4CC7-8D41-31D613BD0DE2}" srcId="{5D0C0181-80B5-4601-A0E4-34039A964BD1}" destId="{22E63DB1-7F52-4344-A4D7-06E8D22E8112}" srcOrd="3" destOrd="0" parTransId="{DDA087EA-1D08-4A87-9362-A5BD9053F76D}" sibTransId="{CD3C9B59-C49B-463B-A19A-A6C5DEE97F3B}"/>
    <dgm:cxn modelId="{46E97778-10A8-4905-B2A8-E78834DFEEDF}" type="presOf" srcId="{2AEBF627-8589-4E04-8C19-66E642762B81}" destId="{F121EF74-EBDD-4082-AD7F-1A974BA2523D}" srcOrd="0" destOrd="0" presId="urn:microsoft.com/office/officeart/2005/8/layout/bProcess3"/>
    <dgm:cxn modelId="{F1D9F27B-7529-4241-BE7C-C4F5891B9BFD}" srcId="{5D0C0181-80B5-4601-A0E4-34039A964BD1}" destId="{DB03077E-B061-4A31-A207-CAAFFB6D593D}" srcOrd="5" destOrd="0" parTransId="{0D9101BB-8EF7-4C72-88AC-4E18D18BBF0F}" sibTransId="{FA971467-ABEA-47B0-A741-99F36117AECE}"/>
    <dgm:cxn modelId="{FC31607C-7450-4C3E-B8F3-A9A83411C002}" type="presOf" srcId="{8BD43341-79C3-42A8-92D5-A73D7F21D0BE}" destId="{A462DA1D-99D5-4A2B-99FF-D7A5AE30B22D}" srcOrd="0" destOrd="0" presId="urn:microsoft.com/office/officeart/2005/8/layout/bProcess3"/>
    <dgm:cxn modelId="{37D96A7D-E8F1-46E0-A7F8-E139CEE0574A}" type="presOf" srcId="{D3AADC6B-1C6C-437A-B51B-824F4F525D6A}" destId="{470CD19D-FE37-4523-B6BE-305EF3FEA5E4}" srcOrd="1" destOrd="0" presId="urn:microsoft.com/office/officeart/2005/8/layout/bProcess3"/>
    <dgm:cxn modelId="{6D41F77F-B3D9-45B1-AD57-EAC55479DF5B}" srcId="{5D0C0181-80B5-4601-A0E4-34039A964BD1}" destId="{8BD43341-79C3-42A8-92D5-A73D7F21D0BE}" srcOrd="6" destOrd="0" parTransId="{BA35E594-39E4-463B-A89B-380C512BE4FB}" sibTransId="{2AEBF627-8589-4E04-8C19-66E642762B81}"/>
    <dgm:cxn modelId="{5E09558F-5567-4359-9E38-608D4BA9A16B}" srcId="{5D0C0181-80B5-4601-A0E4-34039A964BD1}" destId="{D26E419A-119F-498E-814F-193C8821FCF1}" srcOrd="2" destOrd="0" parTransId="{A1847740-ABB3-47F8-B95D-0AD885FC8D9D}" sibTransId="{D3AADC6B-1C6C-437A-B51B-824F4F525D6A}"/>
    <dgm:cxn modelId="{D3A34191-9EDE-4B1E-98DD-D032D37F5575}" type="presOf" srcId="{D3AADC6B-1C6C-437A-B51B-824F4F525D6A}" destId="{D62D7B1D-43C6-42E3-9875-377FA476FD31}" srcOrd="0" destOrd="0" presId="urn:microsoft.com/office/officeart/2005/8/layout/bProcess3"/>
    <dgm:cxn modelId="{9B54FF94-EF30-4616-88FC-E90352565D9F}" type="presOf" srcId="{D26E419A-119F-498E-814F-193C8821FCF1}" destId="{65304C3E-34C2-4CBD-A943-8A55EF70C93C}" srcOrd="0" destOrd="0" presId="urn:microsoft.com/office/officeart/2005/8/layout/bProcess3"/>
    <dgm:cxn modelId="{DF71C0A9-2656-48AA-8F28-55761FEDC459}" type="presOf" srcId="{5D0C0181-80B5-4601-A0E4-34039A964BD1}" destId="{DD36117F-2B0B-4DB0-93D4-D75DB07F3BD8}" srcOrd="0" destOrd="0" presId="urn:microsoft.com/office/officeart/2005/8/layout/bProcess3"/>
    <dgm:cxn modelId="{D23E02B8-97F5-43EE-81DB-E7EF14C28017}" type="presOf" srcId="{22E63DB1-7F52-4344-A4D7-06E8D22E8112}" destId="{58E3BB86-B13F-4ECA-A5A5-B5A225C38F86}" srcOrd="0" destOrd="0" presId="urn:microsoft.com/office/officeart/2005/8/layout/bProcess3"/>
    <dgm:cxn modelId="{AC26FABD-E70F-4155-BC0D-1A4A5122CB8A}" type="presOf" srcId="{C287C4EA-4E51-497C-B96C-3CA6EEF420C4}" destId="{A462DA1D-99D5-4A2B-99FF-D7A5AE30B22D}" srcOrd="0" destOrd="2" presId="urn:microsoft.com/office/officeart/2005/8/layout/bProcess3"/>
    <dgm:cxn modelId="{FC8497BF-7BF5-4A04-BC35-844A5E3F1C53}" type="presOf" srcId="{94F16166-16D8-4B27-8FAD-B514193CD2C9}" destId="{66799BA6-82B4-47D0-A495-24E099974CB5}" srcOrd="0" destOrd="0" presId="urn:microsoft.com/office/officeart/2005/8/layout/bProcess3"/>
    <dgm:cxn modelId="{F7DAABC5-B8A6-4D70-B8AA-B823DAB5AF37}" type="presOf" srcId="{830B8CBE-2886-4893-BCD3-47258D0A9CAE}" destId="{67C84C2D-73D7-4D4D-B1F9-8530D5310190}" srcOrd="0" destOrd="0" presId="urn:microsoft.com/office/officeart/2005/8/layout/bProcess3"/>
    <dgm:cxn modelId="{B3829CCA-D216-4348-AF4A-3AEAE6EAD3E5}" type="presOf" srcId="{FA971467-ABEA-47B0-A741-99F36117AECE}" destId="{1935D18A-23C4-4B63-B5F3-DA3B88D86D67}" srcOrd="0" destOrd="0" presId="urn:microsoft.com/office/officeart/2005/8/layout/bProcess3"/>
    <dgm:cxn modelId="{E69753CC-D5AE-4EAA-B031-B2D16D012EAE}" type="presOf" srcId="{2B8C6231-7D53-497C-9977-DA44E328B026}" destId="{7A9FA319-9624-4133-8256-52BB8F1E7F8C}" srcOrd="1" destOrd="0" presId="urn:microsoft.com/office/officeart/2005/8/layout/bProcess3"/>
    <dgm:cxn modelId="{5F9669D5-B196-476C-A8C4-1B4ACDA63258}" type="presOf" srcId="{DE510A9A-B85C-41CA-9F01-FB02D978B67B}" destId="{7BFD2E5A-C3F9-4C33-AFCC-349D5CC86CE8}" srcOrd="0" destOrd="0" presId="urn:microsoft.com/office/officeart/2005/8/layout/bProcess3"/>
    <dgm:cxn modelId="{4E786DD5-BF32-4D7C-8438-388DF8F7FEF3}" type="presOf" srcId="{8DED142F-6133-4528-ABB7-9573E67A2BD9}" destId="{3BD49F9F-B2B3-4458-9949-016C78D82F7D}" srcOrd="0" destOrd="0" presId="urn:microsoft.com/office/officeart/2005/8/layout/bProcess3"/>
    <dgm:cxn modelId="{979135DC-643C-4428-9F53-4C756F622D8D}" srcId="{5D0C0181-80B5-4601-A0E4-34039A964BD1}" destId="{1913E6B1-F9EF-451A-8584-BD237C88850E}" srcOrd="1" destOrd="0" parTransId="{4A064128-2A5C-4648-AFCD-16A931BCE7BB}" sibTransId="{830B8CBE-2886-4893-BCD3-47258D0A9CAE}"/>
    <dgm:cxn modelId="{94528FDD-D065-417A-817B-4567A9E58ECC}" type="presOf" srcId="{CD9BFC03-CE87-428D-99C8-3C4327457780}" destId="{BBDE43F2-D2C8-4CB8-8B3E-837AFD55524B}" srcOrd="1" destOrd="0" presId="urn:microsoft.com/office/officeart/2005/8/layout/bProcess3"/>
    <dgm:cxn modelId="{6179BEDF-D3B3-49FB-B66B-D70454AD74E9}" srcId="{5D0C0181-80B5-4601-A0E4-34039A964BD1}" destId="{E1D5D8F7-03E7-4FFA-B04E-CD37CA0C3C00}" srcOrd="7" destOrd="0" parTransId="{58D299B4-0B3D-4BD0-B651-CE6F2457F175}" sibTransId="{94F16166-16D8-4B27-8FAD-B514193CD2C9}"/>
    <dgm:cxn modelId="{5B1D02E3-D0F8-4D62-A4D9-4894A9199421}" type="presOf" srcId="{CD3C9B59-C49B-463B-A19A-A6C5DEE97F3B}" destId="{E7198AA2-40B2-40C3-BDE6-BB71D91D1028}" srcOrd="0" destOrd="0" presId="urn:microsoft.com/office/officeart/2005/8/layout/bProcess3"/>
    <dgm:cxn modelId="{873FADE5-B750-413A-AC91-B3EB2BFFF6B6}" type="presOf" srcId="{1913E6B1-F9EF-451A-8584-BD237C88850E}" destId="{2B7D985D-E902-4181-8C3F-4660A46CC7A6}" srcOrd="0" destOrd="0" presId="urn:microsoft.com/office/officeart/2005/8/layout/bProcess3"/>
    <dgm:cxn modelId="{69A320E7-C2A1-47F7-A8AD-08CBA656FD7E}" type="presOf" srcId="{DE510A9A-B85C-41CA-9F01-FB02D978B67B}" destId="{BD7E4084-EE6D-4D39-9301-A243FD15BC4A}" srcOrd="1" destOrd="0" presId="urn:microsoft.com/office/officeart/2005/8/layout/bProcess3"/>
    <dgm:cxn modelId="{EC76E6FB-FE44-4785-AEFD-04A63C55981C}" type="presOf" srcId="{C614C6D6-2A4B-4E75-A305-F4EF8CF546B3}" destId="{552F9331-B2FD-4679-95BD-792E420445F6}" srcOrd="0" destOrd="0" presId="urn:microsoft.com/office/officeart/2005/8/layout/bProcess3"/>
    <dgm:cxn modelId="{486DD4FF-0AA7-42BB-B073-0FD9A7930D6A}" type="presOf" srcId="{94F16166-16D8-4B27-8FAD-B514193CD2C9}" destId="{AA432367-93E6-4577-85A8-1AF6092E6213}" srcOrd="1" destOrd="0" presId="urn:microsoft.com/office/officeart/2005/8/layout/bProcess3"/>
    <dgm:cxn modelId="{40996CBD-F0A0-43FF-AB62-72630B75197B}" type="presParOf" srcId="{DD36117F-2B0B-4DB0-93D4-D75DB07F3BD8}" destId="{1627463C-F130-4FDD-9401-BEE1D2547430}" srcOrd="0" destOrd="0" presId="urn:microsoft.com/office/officeart/2005/8/layout/bProcess3"/>
    <dgm:cxn modelId="{0DD5699E-60BC-48B5-A1B8-F7770EA89AEE}" type="presParOf" srcId="{DD36117F-2B0B-4DB0-93D4-D75DB07F3BD8}" destId="{E84CA587-A29C-4269-AADB-246CF4154C53}" srcOrd="1" destOrd="0" presId="urn:microsoft.com/office/officeart/2005/8/layout/bProcess3"/>
    <dgm:cxn modelId="{EFCE07B8-D59D-43ED-8BC8-C998D27CEFA4}" type="presParOf" srcId="{E84CA587-A29C-4269-AADB-246CF4154C53}" destId="{7A9FA319-9624-4133-8256-52BB8F1E7F8C}" srcOrd="0" destOrd="0" presId="urn:microsoft.com/office/officeart/2005/8/layout/bProcess3"/>
    <dgm:cxn modelId="{4849D96A-0043-45B5-B794-0A30BEAF20D8}" type="presParOf" srcId="{DD36117F-2B0B-4DB0-93D4-D75DB07F3BD8}" destId="{2B7D985D-E902-4181-8C3F-4660A46CC7A6}" srcOrd="2" destOrd="0" presId="urn:microsoft.com/office/officeart/2005/8/layout/bProcess3"/>
    <dgm:cxn modelId="{3F53CAB6-51F7-4E94-A7C3-44A192AF9F25}" type="presParOf" srcId="{DD36117F-2B0B-4DB0-93D4-D75DB07F3BD8}" destId="{67C84C2D-73D7-4D4D-B1F9-8530D5310190}" srcOrd="3" destOrd="0" presId="urn:microsoft.com/office/officeart/2005/8/layout/bProcess3"/>
    <dgm:cxn modelId="{7CF878E9-26E7-45D9-AAF5-A1460A0862BF}" type="presParOf" srcId="{67C84C2D-73D7-4D4D-B1F9-8530D5310190}" destId="{79504C09-900B-4EB7-8898-6DFA2955782D}" srcOrd="0" destOrd="0" presId="urn:microsoft.com/office/officeart/2005/8/layout/bProcess3"/>
    <dgm:cxn modelId="{A5EA3FE3-F00A-4FD4-976F-1EAFE93B65A5}" type="presParOf" srcId="{DD36117F-2B0B-4DB0-93D4-D75DB07F3BD8}" destId="{65304C3E-34C2-4CBD-A943-8A55EF70C93C}" srcOrd="4" destOrd="0" presId="urn:microsoft.com/office/officeart/2005/8/layout/bProcess3"/>
    <dgm:cxn modelId="{E5DE9223-6826-4829-8E98-06F82D12C8C0}" type="presParOf" srcId="{DD36117F-2B0B-4DB0-93D4-D75DB07F3BD8}" destId="{D62D7B1D-43C6-42E3-9875-377FA476FD31}" srcOrd="5" destOrd="0" presId="urn:microsoft.com/office/officeart/2005/8/layout/bProcess3"/>
    <dgm:cxn modelId="{FABFFDEC-F744-44A7-8C47-0DFDB950F433}" type="presParOf" srcId="{D62D7B1D-43C6-42E3-9875-377FA476FD31}" destId="{470CD19D-FE37-4523-B6BE-305EF3FEA5E4}" srcOrd="0" destOrd="0" presId="urn:microsoft.com/office/officeart/2005/8/layout/bProcess3"/>
    <dgm:cxn modelId="{C64DD0F4-3B56-425C-ADBC-DA7DB83EC4CC}" type="presParOf" srcId="{DD36117F-2B0B-4DB0-93D4-D75DB07F3BD8}" destId="{58E3BB86-B13F-4ECA-A5A5-B5A225C38F86}" srcOrd="6" destOrd="0" presId="urn:microsoft.com/office/officeart/2005/8/layout/bProcess3"/>
    <dgm:cxn modelId="{1B54C32E-A624-427F-A611-B1E847729CCE}" type="presParOf" srcId="{DD36117F-2B0B-4DB0-93D4-D75DB07F3BD8}" destId="{E7198AA2-40B2-40C3-BDE6-BB71D91D1028}" srcOrd="7" destOrd="0" presId="urn:microsoft.com/office/officeart/2005/8/layout/bProcess3"/>
    <dgm:cxn modelId="{1BD0E466-C05D-4C1B-8A78-5920DBE7D707}" type="presParOf" srcId="{E7198AA2-40B2-40C3-BDE6-BB71D91D1028}" destId="{30F91E33-8FC6-4E4A-A9D4-DE5480DA63FA}" srcOrd="0" destOrd="0" presId="urn:microsoft.com/office/officeart/2005/8/layout/bProcess3"/>
    <dgm:cxn modelId="{67D2115F-AD28-4980-A0DA-EE24FC812208}" type="presParOf" srcId="{DD36117F-2B0B-4DB0-93D4-D75DB07F3BD8}" destId="{D6BBD56E-5819-4C66-817F-E1C4861C9E7B}" srcOrd="8" destOrd="0" presId="urn:microsoft.com/office/officeart/2005/8/layout/bProcess3"/>
    <dgm:cxn modelId="{A93BE4A7-1332-4682-A5C6-AC69A095A572}" type="presParOf" srcId="{DD36117F-2B0B-4DB0-93D4-D75DB07F3BD8}" destId="{7BFD2E5A-C3F9-4C33-AFCC-349D5CC86CE8}" srcOrd="9" destOrd="0" presId="urn:microsoft.com/office/officeart/2005/8/layout/bProcess3"/>
    <dgm:cxn modelId="{17F45315-B1E0-40DD-8EC2-C36EFF9C98F9}" type="presParOf" srcId="{7BFD2E5A-C3F9-4C33-AFCC-349D5CC86CE8}" destId="{BD7E4084-EE6D-4D39-9301-A243FD15BC4A}" srcOrd="0" destOrd="0" presId="urn:microsoft.com/office/officeart/2005/8/layout/bProcess3"/>
    <dgm:cxn modelId="{0BFF224C-87E1-45F1-AE75-07A1A8A3ADB8}" type="presParOf" srcId="{DD36117F-2B0B-4DB0-93D4-D75DB07F3BD8}" destId="{ED5BFA86-D5F4-49E4-A0D5-EEEF90224FB8}" srcOrd="10" destOrd="0" presId="urn:microsoft.com/office/officeart/2005/8/layout/bProcess3"/>
    <dgm:cxn modelId="{206CE386-156D-4652-B765-A5E18854001C}" type="presParOf" srcId="{DD36117F-2B0B-4DB0-93D4-D75DB07F3BD8}" destId="{1935D18A-23C4-4B63-B5F3-DA3B88D86D67}" srcOrd="11" destOrd="0" presId="urn:microsoft.com/office/officeart/2005/8/layout/bProcess3"/>
    <dgm:cxn modelId="{D8A5590A-9907-4A7C-BC75-5D15586D80E8}" type="presParOf" srcId="{1935D18A-23C4-4B63-B5F3-DA3B88D86D67}" destId="{D818F7A9-4275-41E6-98D3-5EF139B3A2E6}" srcOrd="0" destOrd="0" presId="urn:microsoft.com/office/officeart/2005/8/layout/bProcess3"/>
    <dgm:cxn modelId="{756D8745-47EC-4ACB-9573-7D8E07581D7F}" type="presParOf" srcId="{DD36117F-2B0B-4DB0-93D4-D75DB07F3BD8}" destId="{A462DA1D-99D5-4A2B-99FF-D7A5AE30B22D}" srcOrd="12" destOrd="0" presId="urn:microsoft.com/office/officeart/2005/8/layout/bProcess3"/>
    <dgm:cxn modelId="{9ABE92CF-E077-4C83-9466-7B80B9211120}" type="presParOf" srcId="{DD36117F-2B0B-4DB0-93D4-D75DB07F3BD8}" destId="{F121EF74-EBDD-4082-AD7F-1A974BA2523D}" srcOrd="13" destOrd="0" presId="urn:microsoft.com/office/officeart/2005/8/layout/bProcess3"/>
    <dgm:cxn modelId="{D66DC344-F1D2-4A8C-BCE9-066409ABFC1B}" type="presParOf" srcId="{F121EF74-EBDD-4082-AD7F-1A974BA2523D}" destId="{C8F7906E-7FA8-43E6-A813-B57D3CEFC3E1}" srcOrd="0" destOrd="0" presId="urn:microsoft.com/office/officeart/2005/8/layout/bProcess3"/>
    <dgm:cxn modelId="{B592B576-1E77-48B6-BD9C-3549F712545F}" type="presParOf" srcId="{DD36117F-2B0B-4DB0-93D4-D75DB07F3BD8}" destId="{F60C404B-477F-4E36-9B8E-D85D76292BCA}" srcOrd="14" destOrd="0" presId="urn:microsoft.com/office/officeart/2005/8/layout/bProcess3"/>
    <dgm:cxn modelId="{4AA166E6-CEE4-4BB9-8E30-1746628B180E}" type="presParOf" srcId="{DD36117F-2B0B-4DB0-93D4-D75DB07F3BD8}" destId="{66799BA6-82B4-47D0-A495-24E099974CB5}" srcOrd="15" destOrd="0" presId="urn:microsoft.com/office/officeart/2005/8/layout/bProcess3"/>
    <dgm:cxn modelId="{70C1529E-D726-4EF3-B360-51C2FFAE2A5B}" type="presParOf" srcId="{66799BA6-82B4-47D0-A495-24E099974CB5}" destId="{AA432367-93E6-4577-85A8-1AF6092E6213}" srcOrd="0" destOrd="0" presId="urn:microsoft.com/office/officeart/2005/8/layout/bProcess3"/>
    <dgm:cxn modelId="{017EDF18-6796-42DE-8949-0F19E9451015}" type="presParOf" srcId="{DD36117F-2B0B-4DB0-93D4-D75DB07F3BD8}" destId="{3BD49F9F-B2B3-4458-9949-016C78D82F7D}" srcOrd="16" destOrd="0" presId="urn:microsoft.com/office/officeart/2005/8/layout/bProcess3"/>
    <dgm:cxn modelId="{803370B0-A315-497A-9435-DC70E99EFD6F}" type="presParOf" srcId="{DD36117F-2B0B-4DB0-93D4-D75DB07F3BD8}" destId="{580E5652-3B8B-420D-A5BD-7A327191D4E1}" srcOrd="17" destOrd="0" presId="urn:microsoft.com/office/officeart/2005/8/layout/bProcess3"/>
    <dgm:cxn modelId="{3CF65159-2AF1-42D6-8086-ABD6049B2E62}" type="presParOf" srcId="{580E5652-3B8B-420D-A5BD-7A327191D4E1}" destId="{BBDE43F2-D2C8-4CB8-8B3E-837AFD55524B}" srcOrd="0" destOrd="0" presId="urn:microsoft.com/office/officeart/2005/8/layout/bProcess3"/>
    <dgm:cxn modelId="{A46488D7-0186-40ED-AB59-806A343A392D}" type="presParOf" srcId="{DD36117F-2B0B-4DB0-93D4-D75DB07F3BD8}" destId="{552F9331-B2FD-4679-95BD-792E420445F6}" srcOrd="1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6F24E31-61E7-40D8-9BF4-154DA547E57B}" type="doc">
      <dgm:prSet loTypeId="urn:microsoft.com/office/officeart/2005/8/layout/bProcess3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ID"/>
        </a:p>
      </dgm:t>
    </dgm:pt>
    <dgm:pt modelId="{C77C6366-AC49-437E-A6B1-5D023EA8C9BC}">
      <dgm:prSet custT="1"/>
      <dgm:spPr/>
      <dgm:t>
        <a:bodyPr/>
        <a:lstStyle/>
        <a:p>
          <a:r>
            <a:rPr lang="en-US" sz="1600">
              <a:latin typeface="+mj-lt"/>
            </a:rPr>
            <a:t>Persiapan (Drain Atomizing Line)</a:t>
          </a:r>
          <a:endParaRPr lang="en-ID" sz="1600">
            <a:latin typeface="+mj-lt"/>
          </a:endParaRPr>
        </a:p>
      </dgm:t>
    </dgm:pt>
    <dgm:pt modelId="{9FD7C370-7920-47B3-83D5-CA80D34F772C}" type="parTrans" cxnId="{4202B778-A600-40B0-9D73-21B399883712}">
      <dgm:prSet/>
      <dgm:spPr/>
      <dgm:t>
        <a:bodyPr/>
        <a:lstStyle/>
        <a:p>
          <a:endParaRPr lang="en-ID" sz="2000">
            <a:latin typeface="+mj-lt"/>
          </a:endParaRPr>
        </a:p>
      </dgm:t>
    </dgm:pt>
    <dgm:pt modelId="{AFAF7F75-4401-4372-B510-52F9C05E3539}" type="sibTrans" cxnId="{4202B778-A600-40B0-9D73-21B399883712}">
      <dgm:prSet custT="1"/>
      <dgm:spPr/>
      <dgm:t>
        <a:bodyPr/>
        <a:lstStyle/>
        <a:p>
          <a:endParaRPr lang="en-ID" sz="600">
            <a:latin typeface="+mj-lt"/>
          </a:endParaRPr>
        </a:p>
      </dgm:t>
    </dgm:pt>
    <dgm:pt modelId="{FB3A466D-AD66-4F86-AE6A-49FB9934B1F4}">
      <dgm:prSet custT="1"/>
      <dgm:spPr/>
      <dgm:t>
        <a:bodyPr/>
        <a:lstStyle/>
        <a:p>
          <a:r>
            <a:rPr lang="en-US" sz="1600">
              <a:latin typeface="+mj-lt"/>
            </a:rPr>
            <a:t>Informasikan ke DCS akan dilakukan penggantian Fuel Gas to Fuel Oil</a:t>
          </a:r>
          <a:endParaRPr lang="en-ID" sz="1600">
            <a:latin typeface="+mj-lt"/>
          </a:endParaRPr>
        </a:p>
      </dgm:t>
    </dgm:pt>
    <dgm:pt modelId="{A004F44D-F8C8-4A10-A58A-6240ED554560}" type="parTrans" cxnId="{A92DA52B-CC50-4F0B-906F-790D530DF67C}">
      <dgm:prSet/>
      <dgm:spPr/>
      <dgm:t>
        <a:bodyPr/>
        <a:lstStyle/>
        <a:p>
          <a:endParaRPr lang="en-ID" sz="2000">
            <a:latin typeface="+mj-lt"/>
          </a:endParaRPr>
        </a:p>
      </dgm:t>
    </dgm:pt>
    <dgm:pt modelId="{4E821726-FE1B-43D0-BDED-200BE3EEC51E}" type="sibTrans" cxnId="{A92DA52B-CC50-4F0B-906F-790D530DF67C}">
      <dgm:prSet custT="1"/>
      <dgm:spPr/>
      <dgm:t>
        <a:bodyPr/>
        <a:lstStyle/>
        <a:p>
          <a:endParaRPr lang="en-ID" sz="600">
            <a:latin typeface="+mj-lt"/>
          </a:endParaRPr>
        </a:p>
      </dgm:t>
    </dgm:pt>
    <dgm:pt modelId="{C19C5F93-8980-4B95-B67A-B0C5AF826F75}">
      <dgm:prSet custT="1"/>
      <dgm:spPr/>
      <dgm:t>
        <a:bodyPr/>
        <a:lstStyle/>
        <a:p>
          <a:r>
            <a:rPr lang="en-US" sz="1600">
              <a:latin typeface="+mj-lt"/>
            </a:rPr>
            <a:t>Pasang Gun Burner</a:t>
          </a:r>
          <a:endParaRPr lang="en-ID" sz="1600">
            <a:latin typeface="+mj-lt"/>
          </a:endParaRPr>
        </a:p>
      </dgm:t>
    </dgm:pt>
    <dgm:pt modelId="{39DBBCDB-470D-4C60-916C-A4D0FE8CA595}" type="parTrans" cxnId="{D7F989D5-BAA7-4127-9920-527B08D8C284}">
      <dgm:prSet/>
      <dgm:spPr/>
      <dgm:t>
        <a:bodyPr/>
        <a:lstStyle/>
        <a:p>
          <a:endParaRPr lang="en-ID" sz="2000">
            <a:latin typeface="+mj-lt"/>
          </a:endParaRPr>
        </a:p>
      </dgm:t>
    </dgm:pt>
    <dgm:pt modelId="{B6A8920C-5AA8-4CE0-A405-447913CCD9B6}" type="sibTrans" cxnId="{D7F989D5-BAA7-4127-9920-527B08D8C284}">
      <dgm:prSet custT="1"/>
      <dgm:spPr/>
      <dgm:t>
        <a:bodyPr/>
        <a:lstStyle/>
        <a:p>
          <a:endParaRPr lang="en-ID" sz="600">
            <a:latin typeface="+mj-lt"/>
          </a:endParaRPr>
        </a:p>
      </dgm:t>
    </dgm:pt>
    <dgm:pt modelId="{9CB29B79-1CB0-4C50-BB24-7CD9167D1F3C}">
      <dgm:prSet custT="1"/>
      <dgm:spPr/>
      <dgm:t>
        <a:bodyPr/>
        <a:lstStyle/>
        <a:p>
          <a:r>
            <a:rPr lang="en-ID" sz="1600">
              <a:latin typeface="+mj-lt"/>
            </a:rPr>
            <a:t>Crack Open Block Valve Atomizing</a:t>
          </a:r>
        </a:p>
      </dgm:t>
    </dgm:pt>
    <dgm:pt modelId="{BBBDB76C-0D05-4693-AC39-E617F3C73CF9}" type="parTrans" cxnId="{9C249D8D-E7BE-4E99-B686-FB113D79A583}">
      <dgm:prSet/>
      <dgm:spPr/>
      <dgm:t>
        <a:bodyPr/>
        <a:lstStyle/>
        <a:p>
          <a:endParaRPr lang="en-ID" sz="2000">
            <a:latin typeface="+mj-lt"/>
          </a:endParaRPr>
        </a:p>
      </dgm:t>
    </dgm:pt>
    <dgm:pt modelId="{48340A98-2E65-4978-86EF-FF6CB63C08FE}" type="sibTrans" cxnId="{9C249D8D-E7BE-4E99-B686-FB113D79A583}">
      <dgm:prSet custT="1"/>
      <dgm:spPr/>
      <dgm:t>
        <a:bodyPr/>
        <a:lstStyle/>
        <a:p>
          <a:endParaRPr lang="en-ID" sz="600">
            <a:latin typeface="+mj-lt"/>
          </a:endParaRPr>
        </a:p>
      </dgm:t>
    </dgm:pt>
    <dgm:pt modelId="{ABDBDE68-F231-4EEF-B110-41EBE4DA9FD0}">
      <dgm:prSet custT="1"/>
      <dgm:spPr/>
      <dgm:t>
        <a:bodyPr/>
        <a:lstStyle/>
        <a:p>
          <a:r>
            <a:rPr lang="en-ID" sz="1600">
              <a:latin typeface="+mj-lt"/>
            </a:rPr>
            <a:t>Infromasikan ke DCS akan start Fuel Oil</a:t>
          </a:r>
        </a:p>
      </dgm:t>
    </dgm:pt>
    <dgm:pt modelId="{097469D0-8BB6-41C4-AFCC-7D1F923DF430}" type="parTrans" cxnId="{FBC16E18-327D-412A-95FE-970CF7664309}">
      <dgm:prSet/>
      <dgm:spPr/>
      <dgm:t>
        <a:bodyPr/>
        <a:lstStyle/>
        <a:p>
          <a:endParaRPr lang="en-ID" sz="2000">
            <a:latin typeface="+mj-lt"/>
          </a:endParaRPr>
        </a:p>
      </dgm:t>
    </dgm:pt>
    <dgm:pt modelId="{F8784073-1E30-484F-BD6F-037BD278ECBD}" type="sibTrans" cxnId="{FBC16E18-327D-412A-95FE-970CF7664309}">
      <dgm:prSet custT="1"/>
      <dgm:spPr/>
      <dgm:t>
        <a:bodyPr/>
        <a:lstStyle/>
        <a:p>
          <a:endParaRPr lang="en-ID" sz="600">
            <a:latin typeface="+mj-lt"/>
          </a:endParaRPr>
        </a:p>
      </dgm:t>
    </dgm:pt>
    <dgm:pt modelId="{0D4CFCFD-446A-49C5-98F3-92EB38D85014}">
      <dgm:prSet custT="1"/>
      <dgm:spPr/>
      <dgm:t>
        <a:bodyPr/>
        <a:lstStyle/>
        <a:p>
          <a:r>
            <a:rPr lang="en-ID" sz="1600">
              <a:latin typeface="+mj-lt"/>
            </a:rPr>
            <a:t>Tekan Push Button Start Fuel Oil (Membuka valve Atomizing 52-XY-228/227 &amp;  Oil 52-XV-226/225)</a:t>
          </a:r>
        </a:p>
      </dgm:t>
    </dgm:pt>
    <dgm:pt modelId="{54C65D79-4174-4359-8C88-191E0D26D860}" type="parTrans" cxnId="{1FE09C6A-E63C-41DE-8648-1A12D9F715B8}">
      <dgm:prSet/>
      <dgm:spPr/>
      <dgm:t>
        <a:bodyPr/>
        <a:lstStyle/>
        <a:p>
          <a:endParaRPr lang="en-ID" sz="2000">
            <a:latin typeface="+mj-lt"/>
          </a:endParaRPr>
        </a:p>
      </dgm:t>
    </dgm:pt>
    <dgm:pt modelId="{ECEC38A8-B74E-4574-AEF9-5B1D81ADAB97}" type="sibTrans" cxnId="{1FE09C6A-E63C-41DE-8648-1A12D9F715B8}">
      <dgm:prSet custT="1"/>
      <dgm:spPr/>
      <dgm:t>
        <a:bodyPr/>
        <a:lstStyle/>
        <a:p>
          <a:endParaRPr lang="en-ID" sz="600">
            <a:latin typeface="+mj-lt"/>
          </a:endParaRPr>
        </a:p>
      </dgm:t>
    </dgm:pt>
    <dgm:pt modelId="{BCDE5546-05FC-420B-8DF6-2EF3037E682A}">
      <dgm:prSet custT="1"/>
      <dgm:spPr/>
      <dgm:t>
        <a:bodyPr/>
        <a:lstStyle/>
        <a:p>
          <a:r>
            <a:rPr lang="en-ID" sz="1600">
              <a:latin typeface="+mj-lt"/>
            </a:rPr>
            <a:t>Pastikan tidak ada kebocoran pada connector Gun Burner</a:t>
          </a:r>
        </a:p>
      </dgm:t>
    </dgm:pt>
    <dgm:pt modelId="{ADD3BAC0-F6F7-4F7F-BB8C-39B934CD9C0D}" type="parTrans" cxnId="{3EB13D02-56DE-4941-91F6-2D878DBADA0B}">
      <dgm:prSet/>
      <dgm:spPr/>
      <dgm:t>
        <a:bodyPr/>
        <a:lstStyle/>
        <a:p>
          <a:endParaRPr lang="en-ID" sz="2000">
            <a:latin typeface="+mj-lt"/>
          </a:endParaRPr>
        </a:p>
      </dgm:t>
    </dgm:pt>
    <dgm:pt modelId="{E0F80341-76C6-492E-B6F4-3834D323479B}" type="sibTrans" cxnId="{3EB13D02-56DE-4941-91F6-2D878DBADA0B}">
      <dgm:prSet custT="1"/>
      <dgm:spPr/>
      <dgm:t>
        <a:bodyPr/>
        <a:lstStyle/>
        <a:p>
          <a:endParaRPr lang="en-ID" sz="600">
            <a:latin typeface="+mj-lt"/>
          </a:endParaRPr>
        </a:p>
      </dgm:t>
    </dgm:pt>
    <dgm:pt modelId="{814E79B8-4404-4A21-84D3-3FA2C99CB488}">
      <dgm:prSet custT="1"/>
      <dgm:spPr/>
      <dgm:t>
        <a:bodyPr/>
        <a:lstStyle/>
        <a:p>
          <a:r>
            <a:rPr lang="en-ID" sz="1600">
              <a:latin typeface="+mj-lt"/>
            </a:rPr>
            <a:t>Buka Block valve Atomizing dan valve Fuel Oil</a:t>
          </a:r>
        </a:p>
      </dgm:t>
    </dgm:pt>
    <dgm:pt modelId="{9799EC61-DE85-4934-99F6-BD0739E670BA}" type="parTrans" cxnId="{6D1F9762-3A3F-43C0-A4CE-0A906E8D2795}">
      <dgm:prSet/>
      <dgm:spPr/>
      <dgm:t>
        <a:bodyPr/>
        <a:lstStyle/>
        <a:p>
          <a:endParaRPr lang="en-ID" sz="2000">
            <a:latin typeface="+mj-lt"/>
          </a:endParaRPr>
        </a:p>
      </dgm:t>
    </dgm:pt>
    <dgm:pt modelId="{B61A5211-68A8-4BFC-B273-3520E511044F}" type="sibTrans" cxnId="{6D1F9762-3A3F-43C0-A4CE-0A906E8D2795}">
      <dgm:prSet custT="1"/>
      <dgm:spPr/>
      <dgm:t>
        <a:bodyPr/>
        <a:lstStyle/>
        <a:p>
          <a:endParaRPr lang="en-ID" sz="600">
            <a:latin typeface="+mj-lt"/>
          </a:endParaRPr>
        </a:p>
      </dgm:t>
    </dgm:pt>
    <dgm:pt modelId="{DBAC2BF1-164F-4CB1-BE51-95D0B3B2551E}">
      <dgm:prSet custT="1"/>
      <dgm:spPr/>
      <dgm:t>
        <a:bodyPr/>
        <a:lstStyle/>
        <a:p>
          <a:r>
            <a:rPr lang="en-ID" sz="1600">
              <a:latin typeface="+mj-lt"/>
            </a:rPr>
            <a:t>Informasikan ke DCS akan stop Fuel Gas</a:t>
          </a:r>
        </a:p>
      </dgm:t>
    </dgm:pt>
    <dgm:pt modelId="{D77E349C-C5DC-4241-BC2C-E3DBDE2B703F}" type="parTrans" cxnId="{EB65C849-21B1-4D37-A064-E92C6BD1A394}">
      <dgm:prSet/>
      <dgm:spPr/>
      <dgm:t>
        <a:bodyPr/>
        <a:lstStyle/>
        <a:p>
          <a:endParaRPr lang="en-ID" sz="2000">
            <a:latin typeface="+mj-lt"/>
          </a:endParaRPr>
        </a:p>
      </dgm:t>
    </dgm:pt>
    <dgm:pt modelId="{14A7AF77-6CAB-4B08-BF96-2922406BF363}" type="sibTrans" cxnId="{EB65C849-21B1-4D37-A064-E92C6BD1A394}">
      <dgm:prSet custT="1"/>
      <dgm:spPr/>
      <dgm:t>
        <a:bodyPr/>
        <a:lstStyle/>
        <a:p>
          <a:endParaRPr lang="en-ID" sz="600">
            <a:latin typeface="+mj-lt"/>
          </a:endParaRPr>
        </a:p>
      </dgm:t>
    </dgm:pt>
    <dgm:pt modelId="{3DC9663A-63FF-416C-B9F9-A887F3F2371F}">
      <dgm:prSet custT="1"/>
      <dgm:spPr/>
      <dgm:t>
        <a:bodyPr/>
        <a:lstStyle/>
        <a:p>
          <a:r>
            <a:rPr lang="en-ID" sz="1600">
              <a:latin typeface="+mj-lt"/>
            </a:rPr>
            <a:t>Tekan Push Button Stop Fuel Gas (Menutup  valve Fuel Gas 52-XV-221/223)</a:t>
          </a:r>
        </a:p>
      </dgm:t>
    </dgm:pt>
    <dgm:pt modelId="{D392EA7D-34D1-41A1-889E-E89BBE136705}" type="parTrans" cxnId="{B43EFAB4-2915-4984-8FCD-13BF433363E9}">
      <dgm:prSet/>
      <dgm:spPr/>
      <dgm:t>
        <a:bodyPr/>
        <a:lstStyle/>
        <a:p>
          <a:endParaRPr lang="en-ID" sz="2000">
            <a:latin typeface="+mj-lt"/>
          </a:endParaRPr>
        </a:p>
      </dgm:t>
    </dgm:pt>
    <dgm:pt modelId="{D73BA1AD-D012-4275-AF5A-693F2913EC16}" type="sibTrans" cxnId="{B43EFAB4-2915-4984-8FCD-13BF433363E9}">
      <dgm:prSet custT="1"/>
      <dgm:spPr/>
      <dgm:t>
        <a:bodyPr/>
        <a:lstStyle/>
        <a:p>
          <a:endParaRPr lang="en-ID" sz="600">
            <a:latin typeface="+mj-lt"/>
          </a:endParaRPr>
        </a:p>
      </dgm:t>
    </dgm:pt>
    <dgm:pt modelId="{8913CBBA-986E-491D-93A7-DE12EA1225D4}">
      <dgm:prSet custT="1"/>
      <dgm:spPr/>
      <dgm:t>
        <a:bodyPr/>
        <a:lstStyle/>
        <a:p>
          <a:r>
            <a:rPr lang="en-ID" sz="1600">
              <a:latin typeface="+mj-lt"/>
            </a:rPr>
            <a:t>Tutup Block Valve Fuel Gas</a:t>
          </a:r>
        </a:p>
      </dgm:t>
    </dgm:pt>
    <dgm:pt modelId="{5A75A10B-4093-4B8A-9845-455623AEDA76}" type="parTrans" cxnId="{7348C997-E43D-422D-8395-A29D305ABA5E}">
      <dgm:prSet/>
      <dgm:spPr/>
      <dgm:t>
        <a:bodyPr/>
        <a:lstStyle/>
        <a:p>
          <a:endParaRPr lang="en-ID" sz="2000">
            <a:latin typeface="+mj-lt"/>
          </a:endParaRPr>
        </a:p>
      </dgm:t>
    </dgm:pt>
    <dgm:pt modelId="{27D59F13-6532-4AA2-82B3-2BF54531D35B}" type="sibTrans" cxnId="{7348C997-E43D-422D-8395-A29D305ABA5E}">
      <dgm:prSet/>
      <dgm:spPr/>
      <dgm:t>
        <a:bodyPr/>
        <a:lstStyle/>
        <a:p>
          <a:endParaRPr lang="en-ID" sz="2000">
            <a:latin typeface="+mj-lt"/>
          </a:endParaRPr>
        </a:p>
      </dgm:t>
    </dgm:pt>
    <dgm:pt modelId="{E929F8BD-C3F7-4D6E-B058-CBFD19AE45A1}" type="pres">
      <dgm:prSet presAssocID="{96F24E31-61E7-40D8-9BF4-154DA547E57B}" presName="Name0" presStyleCnt="0">
        <dgm:presLayoutVars>
          <dgm:dir/>
          <dgm:resizeHandles val="exact"/>
        </dgm:presLayoutVars>
      </dgm:prSet>
      <dgm:spPr/>
    </dgm:pt>
    <dgm:pt modelId="{3C7C1E09-D6F7-4821-9126-22FB39856008}" type="pres">
      <dgm:prSet presAssocID="{C77C6366-AC49-437E-A6B1-5D023EA8C9BC}" presName="node" presStyleLbl="node1" presStyleIdx="0" presStyleCnt="11">
        <dgm:presLayoutVars>
          <dgm:bulletEnabled val="1"/>
        </dgm:presLayoutVars>
      </dgm:prSet>
      <dgm:spPr/>
    </dgm:pt>
    <dgm:pt modelId="{732BFDDD-D7FF-4019-BD60-A525F8285D74}" type="pres">
      <dgm:prSet presAssocID="{AFAF7F75-4401-4372-B510-52F9C05E3539}" presName="sibTrans" presStyleLbl="sibTrans1D1" presStyleIdx="0" presStyleCnt="10"/>
      <dgm:spPr/>
    </dgm:pt>
    <dgm:pt modelId="{D614D6F2-087E-47C0-AB17-1378CA19D4A7}" type="pres">
      <dgm:prSet presAssocID="{AFAF7F75-4401-4372-B510-52F9C05E3539}" presName="connectorText" presStyleLbl="sibTrans1D1" presStyleIdx="0" presStyleCnt="10"/>
      <dgm:spPr/>
    </dgm:pt>
    <dgm:pt modelId="{72D9FEB5-643F-4ADF-A1C7-63A2422A88CF}" type="pres">
      <dgm:prSet presAssocID="{FB3A466D-AD66-4F86-AE6A-49FB9934B1F4}" presName="node" presStyleLbl="node1" presStyleIdx="1" presStyleCnt="11">
        <dgm:presLayoutVars>
          <dgm:bulletEnabled val="1"/>
        </dgm:presLayoutVars>
      </dgm:prSet>
      <dgm:spPr/>
    </dgm:pt>
    <dgm:pt modelId="{8221856E-E2BF-4B4A-A52A-8313C4688D0C}" type="pres">
      <dgm:prSet presAssocID="{4E821726-FE1B-43D0-BDED-200BE3EEC51E}" presName="sibTrans" presStyleLbl="sibTrans1D1" presStyleIdx="1" presStyleCnt="10"/>
      <dgm:spPr/>
    </dgm:pt>
    <dgm:pt modelId="{B7BB32C4-399B-4789-9F2C-D293EC393366}" type="pres">
      <dgm:prSet presAssocID="{4E821726-FE1B-43D0-BDED-200BE3EEC51E}" presName="connectorText" presStyleLbl="sibTrans1D1" presStyleIdx="1" presStyleCnt="10"/>
      <dgm:spPr/>
    </dgm:pt>
    <dgm:pt modelId="{8F71435D-1E0D-46BA-AC8F-453B9510B286}" type="pres">
      <dgm:prSet presAssocID="{C19C5F93-8980-4B95-B67A-B0C5AF826F75}" presName="node" presStyleLbl="node1" presStyleIdx="2" presStyleCnt="11">
        <dgm:presLayoutVars>
          <dgm:bulletEnabled val="1"/>
        </dgm:presLayoutVars>
      </dgm:prSet>
      <dgm:spPr/>
    </dgm:pt>
    <dgm:pt modelId="{D4B3752F-AD66-4D94-B246-3091E46FE885}" type="pres">
      <dgm:prSet presAssocID="{B6A8920C-5AA8-4CE0-A405-447913CCD9B6}" presName="sibTrans" presStyleLbl="sibTrans1D1" presStyleIdx="2" presStyleCnt="10"/>
      <dgm:spPr/>
    </dgm:pt>
    <dgm:pt modelId="{42B7B9D6-F84D-4CEF-A54C-43081632F3FA}" type="pres">
      <dgm:prSet presAssocID="{B6A8920C-5AA8-4CE0-A405-447913CCD9B6}" presName="connectorText" presStyleLbl="sibTrans1D1" presStyleIdx="2" presStyleCnt="10"/>
      <dgm:spPr/>
    </dgm:pt>
    <dgm:pt modelId="{09F49694-34EE-4738-BC40-47E14E4262EF}" type="pres">
      <dgm:prSet presAssocID="{9CB29B79-1CB0-4C50-BB24-7CD9167D1F3C}" presName="node" presStyleLbl="node1" presStyleIdx="3" presStyleCnt="11">
        <dgm:presLayoutVars>
          <dgm:bulletEnabled val="1"/>
        </dgm:presLayoutVars>
      </dgm:prSet>
      <dgm:spPr/>
    </dgm:pt>
    <dgm:pt modelId="{08EB829B-82C0-42AD-B0C7-A6985BB0D1CD}" type="pres">
      <dgm:prSet presAssocID="{48340A98-2E65-4978-86EF-FF6CB63C08FE}" presName="sibTrans" presStyleLbl="sibTrans1D1" presStyleIdx="3" presStyleCnt="10"/>
      <dgm:spPr/>
    </dgm:pt>
    <dgm:pt modelId="{B394651E-AA87-4A1F-A912-230C028CEBC0}" type="pres">
      <dgm:prSet presAssocID="{48340A98-2E65-4978-86EF-FF6CB63C08FE}" presName="connectorText" presStyleLbl="sibTrans1D1" presStyleIdx="3" presStyleCnt="10"/>
      <dgm:spPr/>
    </dgm:pt>
    <dgm:pt modelId="{20F71A55-C34A-4725-A766-2D73DCD41400}" type="pres">
      <dgm:prSet presAssocID="{ABDBDE68-F231-4EEF-B110-41EBE4DA9FD0}" presName="node" presStyleLbl="node1" presStyleIdx="4" presStyleCnt="11">
        <dgm:presLayoutVars>
          <dgm:bulletEnabled val="1"/>
        </dgm:presLayoutVars>
      </dgm:prSet>
      <dgm:spPr/>
    </dgm:pt>
    <dgm:pt modelId="{705D4D4B-E733-4ACB-87C6-2DF7CD3FE742}" type="pres">
      <dgm:prSet presAssocID="{F8784073-1E30-484F-BD6F-037BD278ECBD}" presName="sibTrans" presStyleLbl="sibTrans1D1" presStyleIdx="4" presStyleCnt="10"/>
      <dgm:spPr/>
    </dgm:pt>
    <dgm:pt modelId="{D70B7107-3616-490C-A811-CC834487A9BC}" type="pres">
      <dgm:prSet presAssocID="{F8784073-1E30-484F-BD6F-037BD278ECBD}" presName="connectorText" presStyleLbl="sibTrans1D1" presStyleIdx="4" presStyleCnt="10"/>
      <dgm:spPr/>
    </dgm:pt>
    <dgm:pt modelId="{4C9DFAA7-BB53-4238-BC66-B19D7357B97E}" type="pres">
      <dgm:prSet presAssocID="{0D4CFCFD-446A-49C5-98F3-92EB38D85014}" presName="node" presStyleLbl="node1" presStyleIdx="5" presStyleCnt="11">
        <dgm:presLayoutVars>
          <dgm:bulletEnabled val="1"/>
        </dgm:presLayoutVars>
      </dgm:prSet>
      <dgm:spPr/>
    </dgm:pt>
    <dgm:pt modelId="{59C3B897-B24A-4B0C-B254-D92AA517A846}" type="pres">
      <dgm:prSet presAssocID="{ECEC38A8-B74E-4574-AEF9-5B1D81ADAB97}" presName="sibTrans" presStyleLbl="sibTrans1D1" presStyleIdx="5" presStyleCnt="10"/>
      <dgm:spPr/>
    </dgm:pt>
    <dgm:pt modelId="{DA048A21-2178-43C5-826C-801E4D3306FD}" type="pres">
      <dgm:prSet presAssocID="{ECEC38A8-B74E-4574-AEF9-5B1D81ADAB97}" presName="connectorText" presStyleLbl="sibTrans1D1" presStyleIdx="5" presStyleCnt="10"/>
      <dgm:spPr/>
    </dgm:pt>
    <dgm:pt modelId="{51491882-9E99-45EE-93D5-CBBEC3A9901E}" type="pres">
      <dgm:prSet presAssocID="{BCDE5546-05FC-420B-8DF6-2EF3037E682A}" presName="node" presStyleLbl="node1" presStyleIdx="6" presStyleCnt="11">
        <dgm:presLayoutVars>
          <dgm:bulletEnabled val="1"/>
        </dgm:presLayoutVars>
      </dgm:prSet>
      <dgm:spPr/>
    </dgm:pt>
    <dgm:pt modelId="{3E090443-566B-496A-8135-973B56F487CD}" type="pres">
      <dgm:prSet presAssocID="{E0F80341-76C6-492E-B6F4-3834D323479B}" presName="sibTrans" presStyleLbl="sibTrans1D1" presStyleIdx="6" presStyleCnt="10"/>
      <dgm:spPr/>
    </dgm:pt>
    <dgm:pt modelId="{E262A4B0-0F3B-410D-A568-6EB5874E8679}" type="pres">
      <dgm:prSet presAssocID="{E0F80341-76C6-492E-B6F4-3834D323479B}" presName="connectorText" presStyleLbl="sibTrans1D1" presStyleIdx="6" presStyleCnt="10"/>
      <dgm:spPr/>
    </dgm:pt>
    <dgm:pt modelId="{90D69CBB-55DF-443C-B791-508394D46DDE}" type="pres">
      <dgm:prSet presAssocID="{814E79B8-4404-4A21-84D3-3FA2C99CB488}" presName="node" presStyleLbl="node1" presStyleIdx="7" presStyleCnt="11">
        <dgm:presLayoutVars>
          <dgm:bulletEnabled val="1"/>
        </dgm:presLayoutVars>
      </dgm:prSet>
      <dgm:spPr/>
    </dgm:pt>
    <dgm:pt modelId="{1BEF8645-05A6-42CC-932D-BC0638B6B671}" type="pres">
      <dgm:prSet presAssocID="{B61A5211-68A8-4BFC-B273-3520E511044F}" presName="sibTrans" presStyleLbl="sibTrans1D1" presStyleIdx="7" presStyleCnt="10"/>
      <dgm:spPr/>
    </dgm:pt>
    <dgm:pt modelId="{62935DF8-B3D4-4A44-8953-3AFFC4C564D0}" type="pres">
      <dgm:prSet presAssocID="{B61A5211-68A8-4BFC-B273-3520E511044F}" presName="connectorText" presStyleLbl="sibTrans1D1" presStyleIdx="7" presStyleCnt="10"/>
      <dgm:spPr/>
    </dgm:pt>
    <dgm:pt modelId="{6EF7AAC5-50E3-49E3-9537-C41A00F92DAF}" type="pres">
      <dgm:prSet presAssocID="{DBAC2BF1-164F-4CB1-BE51-95D0B3B2551E}" presName="node" presStyleLbl="node1" presStyleIdx="8" presStyleCnt="11">
        <dgm:presLayoutVars>
          <dgm:bulletEnabled val="1"/>
        </dgm:presLayoutVars>
      </dgm:prSet>
      <dgm:spPr/>
    </dgm:pt>
    <dgm:pt modelId="{F38E5F25-1190-4BF4-93C6-FFB340132BE2}" type="pres">
      <dgm:prSet presAssocID="{14A7AF77-6CAB-4B08-BF96-2922406BF363}" presName="sibTrans" presStyleLbl="sibTrans1D1" presStyleIdx="8" presStyleCnt="10"/>
      <dgm:spPr/>
    </dgm:pt>
    <dgm:pt modelId="{E27BEFE2-E5D1-475A-9CE9-D38CDEE563DB}" type="pres">
      <dgm:prSet presAssocID="{14A7AF77-6CAB-4B08-BF96-2922406BF363}" presName="connectorText" presStyleLbl="sibTrans1D1" presStyleIdx="8" presStyleCnt="10"/>
      <dgm:spPr/>
    </dgm:pt>
    <dgm:pt modelId="{BA49F26E-2DB0-49C4-8193-D3EBB7CC8C9E}" type="pres">
      <dgm:prSet presAssocID="{3DC9663A-63FF-416C-B9F9-A887F3F2371F}" presName="node" presStyleLbl="node1" presStyleIdx="9" presStyleCnt="11">
        <dgm:presLayoutVars>
          <dgm:bulletEnabled val="1"/>
        </dgm:presLayoutVars>
      </dgm:prSet>
      <dgm:spPr/>
    </dgm:pt>
    <dgm:pt modelId="{AF8A4C31-A7F8-47F8-BA4B-9D8751B6B7BB}" type="pres">
      <dgm:prSet presAssocID="{D73BA1AD-D012-4275-AF5A-693F2913EC16}" presName="sibTrans" presStyleLbl="sibTrans1D1" presStyleIdx="9" presStyleCnt="10"/>
      <dgm:spPr/>
    </dgm:pt>
    <dgm:pt modelId="{12F072EE-D083-4D57-969E-9120A9D6C5AF}" type="pres">
      <dgm:prSet presAssocID="{D73BA1AD-D012-4275-AF5A-693F2913EC16}" presName="connectorText" presStyleLbl="sibTrans1D1" presStyleIdx="9" presStyleCnt="10"/>
      <dgm:spPr/>
    </dgm:pt>
    <dgm:pt modelId="{4789D7E3-6391-43CE-AD24-AAFFBC94ED54}" type="pres">
      <dgm:prSet presAssocID="{8913CBBA-986E-491D-93A7-DE12EA1225D4}" presName="node" presStyleLbl="node1" presStyleIdx="10" presStyleCnt="11">
        <dgm:presLayoutVars>
          <dgm:bulletEnabled val="1"/>
        </dgm:presLayoutVars>
      </dgm:prSet>
      <dgm:spPr/>
    </dgm:pt>
  </dgm:ptLst>
  <dgm:cxnLst>
    <dgm:cxn modelId="{360E8C00-16F9-417F-8905-79EF5722E394}" type="presOf" srcId="{48340A98-2E65-4978-86EF-FF6CB63C08FE}" destId="{08EB829B-82C0-42AD-B0C7-A6985BB0D1CD}" srcOrd="0" destOrd="0" presId="urn:microsoft.com/office/officeart/2005/8/layout/bProcess3"/>
    <dgm:cxn modelId="{3EB13D02-56DE-4941-91F6-2D878DBADA0B}" srcId="{96F24E31-61E7-40D8-9BF4-154DA547E57B}" destId="{BCDE5546-05FC-420B-8DF6-2EF3037E682A}" srcOrd="6" destOrd="0" parTransId="{ADD3BAC0-F6F7-4F7F-BB8C-39B934CD9C0D}" sibTransId="{E0F80341-76C6-492E-B6F4-3834D323479B}"/>
    <dgm:cxn modelId="{4040AF11-2506-4C79-BBEB-3B452169003F}" type="presOf" srcId="{BCDE5546-05FC-420B-8DF6-2EF3037E682A}" destId="{51491882-9E99-45EE-93D5-CBBEC3A9901E}" srcOrd="0" destOrd="0" presId="urn:microsoft.com/office/officeart/2005/8/layout/bProcess3"/>
    <dgm:cxn modelId="{3C447615-F648-4643-9C7A-9DB0E20165A8}" type="presOf" srcId="{DBAC2BF1-164F-4CB1-BE51-95D0B3B2551E}" destId="{6EF7AAC5-50E3-49E3-9537-C41A00F92DAF}" srcOrd="0" destOrd="0" presId="urn:microsoft.com/office/officeart/2005/8/layout/bProcess3"/>
    <dgm:cxn modelId="{FBC16E18-327D-412A-95FE-970CF7664309}" srcId="{96F24E31-61E7-40D8-9BF4-154DA547E57B}" destId="{ABDBDE68-F231-4EEF-B110-41EBE4DA9FD0}" srcOrd="4" destOrd="0" parTransId="{097469D0-8BB6-41C4-AFCC-7D1F923DF430}" sibTransId="{F8784073-1E30-484F-BD6F-037BD278ECBD}"/>
    <dgm:cxn modelId="{7BB59220-D69E-42DA-970E-5A8438445D1E}" type="presOf" srcId="{D73BA1AD-D012-4275-AF5A-693F2913EC16}" destId="{12F072EE-D083-4D57-969E-9120A9D6C5AF}" srcOrd="1" destOrd="0" presId="urn:microsoft.com/office/officeart/2005/8/layout/bProcess3"/>
    <dgm:cxn modelId="{74FC6026-AB7A-4219-8B62-672FAD19D5E1}" type="presOf" srcId="{ECEC38A8-B74E-4574-AEF9-5B1D81ADAB97}" destId="{59C3B897-B24A-4B0C-B254-D92AA517A846}" srcOrd="0" destOrd="0" presId="urn:microsoft.com/office/officeart/2005/8/layout/bProcess3"/>
    <dgm:cxn modelId="{A92DA52B-CC50-4F0B-906F-790D530DF67C}" srcId="{96F24E31-61E7-40D8-9BF4-154DA547E57B}" destId="{FB3A466D-AD66-4F86-AE6A-49FB9934B1F4}" srcOrd="1" destOrd="0" parTransId="{A004F44D-F8C8-4A10-A58A-6240ED554560}" sibTransId="{4E821726-FE1B-43D0-BDED-200BE3EEC51E}"/>
    <dgm:cxn modelId="{91C6912E-9ADB-41D5-AAB6-D527A1A41ACA}" type="presOf" srcId="{3DC9663A-63FF-416C-B9F9-A887F3F2371F}" destId="{BA49F26E-2DB0-49C4-8193-D3EBB7CC8C9E}" srcOrd="0" destOrd="0" presId="urn:microsoft.com/office/officeart/2005/8/layout/bProcess3"/>
    <dgm:cxn modelId="{AD8CA237-D79D-45C1-8DFE-B11B2E3FA6F2}" type="presOf" srcId="{C19C5F93-8980-4B95-B67A-B0C5AF826F75}" destId="{8F71435D-1E0D-46BA-AC8F-453B9510B286}" srcOrd="0" destOrd="0" presId="urn:microsoft.com/office/officeart/2005/8/layout/bProcess3"/>
    <dgm:cxn modelId="{9D50EA39-DB55-4489-A0D0-3FA57D5D5009}" type="presOf" srcId="{14A7AF77-6CAB-4B08-BF96-2922406BF363}" destId="{F38E5F25-1190-4BF4-93C6-FFB340132BE2}" srcOrd="0" destOrd="0" presId="urn:microsoft.com/office/officeart/2005/8/layout/bProcess3"/>
    <dgm:cxn modelId="{8B866F5D-1419-4F03-8A95-A50765C2968D}" type="presOf" srcId="{8913CBBA-986E-491D-93A7-DE12EA1225D4}" destId="{4789D7E3-6391-43CE-AD24-AAFFBC94ED54}" srcOrd="0" destOrd="0" presId="urn:microsoft.com/office/officeart/2005/8/layout/bProcess3"/>
    <dgm:cxn modelId="{34809041-B9DD-46EC-A6A8-9680D8D1813F}" type="presOf" srcId="{ABDBDE68-F231-4EEF-B110-41EBE4DA9FD0}" destId="{20F71A55-C34A-4725-A766-2D73DCD41400}" srcOrd="0" destOrd="0" presId="urn:microsoft.com/office/officeart/2005/8/layout/bProcess3"/>
    <dgm:cxn modelId="{FE263E42-C895-4299-8B9A-7F981AE73D88}" type="presOf" srcId="{4E821726-FE1B-43D0-BDED-200BE3EEC51E}" destId="{B7BB32C4-399B-4789-9F2C-D293EC393366}" srcOrd="1" destOrd="0" presId="urn:microsoft.com/office/officeart/2005/8/layout/bProcess3"/>
    <dgm:cxn modelId="{6D1F9762-3A3F-43C0-A4CE-0A906E8D2795}" srcId="{96F24E31-61E7-40D8-9BF4-154DA547E57B}" destId="{814E79B8-4404-4A21-84D3-3FA2C99CB488}" srcOrd="7" destOrd="0" parTransId="{9799EC61-DE85-4934-99F6-BD0739E670BA}" sibTransId="{B61A5211-68A8-4BFC-B273-3520E511044F}"/>
    <dgm:cxn modelId="{95C78768-3244-4E7E-B850-1E1134212B3E}" type="presOf" srcId="{96F24E31-61E7-40D8-9BF4-154DA547E57B}" destId="{E929F8BD-C3F7-4D6E-B058-CBFD19AE45A1}" srcOrd="0" destOrd="0" presId="urn:microsoft.com/office/officeart/2005/8/layout/bProcess3"/>
    <dgm:cxn modelId="{EB65C849-21B1-4D37-A064-E92C6BD1A394}" srcId="{96F24E31-61E7-40D8-9BF4-154DA547E57B}" destId="{DBAC2BF1-164F-4CB1-BE51-95D0B3B2551E}" srcOrd="8" destOrd="0" parTransId="{D77E349C-C5DC-4241-BC2C-E3DBDE2B703F}" sibTransId="{14A7AF77-6CAB-4B08-BF96-2922406BF363}"/>
    <dgm:cxn modelId="{1FE09C6A-E63C-41DE-8648-1A12D9F715B8}" srcId="{96F24E31-61E7-40D8-9BF4-154DA547E57B}" destId="{0D4CFCFD-446A-49C5-98F3-92EB38D85014}" srcOrd="5" destOrd="0" parTransId="{54C65D79-4174-4359-8C88-191E0D26D860}" sibTransId="{ECEC38A8-B74E-4574-AEF9-5B1D81ADAB97}"/>
    <dgm:cxn modelId="{F6B3256F-9808-4737-A420-BBD63009BFAB}" type="presOf" srcId="{814E79B8-4404-4A21-84D3-3FA2C99CB488}" destId="{90D69CBB-55DF-443C-B791-508394D46DDE}" srcOrd="0" destOrd="0" presId="urn:microsoft.com/office/officeart/2005/8/layout/bProcess3"/>
    <dgm:cxn modelId="{E1E9F74F-4F3A-4CF5-83D9-4BD0B80DF47E}" type="presOf" srcId="{D73BA1AD-D012-4275-AF5A-693F2913EC16}" destId="{AF8A4C31-A7F8-47F8-BA4B-9D8751B6B7BB}" srcOrd="0" destOrd="0" presId="urn:microsoft.com/office/officeart/2005/8/layout/bProcess3"/>
    <dgm:cxn modelId="{D9B84851-DB55-4A11-90D3-39A0187DD83A}" type="presOf" srcId="{14A7AF77-6CAB-4B08-BF96-2922406BF363}" destId="{E27BEFE2-E5D1-475A-9CE9-D38CDEE563DB}" srcOrd="1" destOrd="0" presId="urn:microsoft.com/office/officeart/2005/8/layout/bProcess3"/>
    <dgm:cxn modelId="{11048574-32F2-45A1-A2A3-C7ED971B9154}" type="presOf" srcId="{B6A8920C-5AA8-4CE0-A405-447913CCD9B6}" destId="{D4B3752F-AD66-4D94-B246-3091E46FE885}" srcOrd="0" destOrd="0" presId="urn:microsoft.com/office/officeart/2005/8/layout/bProcess3"/>
    <dgm:cxn modelId="{2638C774-4D91-4C1D-A1BE-B7B4EAC0DF33}" type="presOf" srcId="{0D4CFCFD-446A-49C5-98F3-92EB38D85014}" destId="{4C9DFAA7-BB53-4238-BC66-B19D7357B97E}" srcOrd="0" destOrd="0" presId="urn:microsoft.com/office/officeart/2005/8/layout/bProcess3"/>
    <dgm:cxn modelId="{0526C155-06DB-4A9D-A05A-15FCA240A8F8}" type="presOf" srcId="{F8784073-1E30-484F-BD6F-037BD278ECBD}" destId="{705D4D4B-E733-4ACB-87C6-2DF7CD3FE742}" srcOrd="0" destOrd="0" presId="urn:microsoft.com/office/officeart/2005/8/layout/bProcess3"/>
    <dgm:cxn modelId="{577E7B76-33CE-44DC-8CCC-ED06DDBB5349}" type="presOf" srcId="{F8784073-1E30-484F-BD6F-037BD278ECBD}" destId="{D70B7107-3616-490C-A811-CC834487A9BC}" srcOrd="1" destOrd="0" presId="urn:microsoft.com/office/officeart/2005/8/layout/bProcess3"/>
    <dgm:cxn modelId="{4202B778-A600-40B0-9D73-21B399883712}" srcId="{96F24E31-61E7-40D8-9BF4-154DA547E57B}" destId="{C77C6366-AC49-437E-A6B1-5D023EA8C9BC}" srcOrd="0" destOrd="0" parTransId="{9FD7C370-7920-47B3-83D5-CA80D34F772C}" sibTransId="{AFAF7F75-4401-4372-B510-52F9C05E3539}"/>
    <dgm:cxn modelId="{64D2048A-7DDB-4CFD-A030-D0110E95A1E3}" type="presOf" srcId="{E0F80341-76C6-492E-B6F4-3834D323479B}" destId="{E262A4B0-0F3B-410D-A568-6EB5874E8679}" srcOrd="1" destOrd="0" presId="urn:microsoft.com/office/officeart/2005/8/layout/bProcess3"/>
    <dgm:cxn modelId="{9C249D8D-E7BE-4E99-B686-FB113D79A583}" srcId="{96F24E31-61E7-40D8-9BF4-154DA547E57B}" destId="{9CB29B79-1CB0-4C50-BB24-7CD9167D1F3C}" srcOrd="3" destOrd="0" parTransId="{BBBDB76C-0D05-4693-AC39-E617F3C73CF9}" sibTransId="{48340A98-2E65-4978-86EF-FF6CB63C08FE}"/>
    <dgm:cxn modelId="{7348C997-E43D-422D-8395-A29D305ABA5E}" srcId="{96F24E31-61E7-40D8-9BF4-154DA547E57B}" destId="{8913CBBA-986E-491D-93A7-DE12EA1225D4}" srcOrd="10" destOrd="0" parTransId="{5A75A10B-4093-4B8A-9845-455623AEDA76}" sibTransId="{27D59F13-6532-4AA2-82B3-2BF54531D35B}"/>
    <dgm:cxn modelId="{C8CA2FA2-86E2-4D6D-B96F-A1C18E06B3B1}" type="presOf" srcId="{ECEC38A8-B74E-4574-AEF9-5B1D81ADAB97}" destId="{DA048A21-2178-43C5-826C-801E4D3306FD}" srcOrd="1" destOrd="0" presId="urn:microsoft.com/office/officeart/2005/8/layout/bProcess3"/>
    <dgm:cxn modelId="{1D1502AE-FAEA-4B60-988E-3311493CF155}" type="presOf" srcId="{FB3A466D-AD66-4F86-AE6A-49FB9934B1F4}" destId="{72D9FEB5-643F-4ADF-A1C7-63A2422A88CF}" srcOrd="0" destOrd="0" presId="urn:microsoft.com/office/officeart/2005/8/layout/bProcess3"/>
    <dgm:cxn modelId="{8DB4CAAF-E579-48A3-A92D-E8D65137A4BE}" type="presOf" srcId="{AFAF7F75-4401-4372-B510-52F9C05E3539}" destId="{D614D6F2-087E-47C0-AB17-1378CA19D4A7}" srcOrd="1" destOrd="0" presId="urn:microsoft.com/office/officeart/2005/8/layout/bProcess3"/>
    <dgm:cxn modelId="{248BC0B0-F8AF-4968-8D3B-D545B5C68B51}" type="presOf" srcId="{4E821726-FE1B-43D0-BDED-200BE3EEC51E}" destId="{8221856E-E2BF-4B4A-A52A-8313C4688D0C}" srcOrd="0" destOrd="0" presId="urn:microsoft.com/office/officeart/2005/8/layout/bProcess3"/>
    <dgm:cxn modelId="{B43EFAB4-2915-4984-8FCD-13BF433363E9}" srcId="{96F24E31-61E7-40D8-9BF4-154DA547E57B}" destId="{3DC9663A-63FF-416C-B9F9-A887F3F2371F}" srcOrd="9" destOrd="0" parTransId="{D392EA7D-34D1-41A1-889E-E89BBE136705}" sibTransId="{D73BA1AD-D012-4275-AF5A-693F2913EC16}"/>
    <dgm:cxn modelId="{F560BCB9-B7F0-45EF-B493-AD8D9FB2B164}" type="presOf" srcId="{E0F80341-76C6-492E-B6F4-3834D323479B}" destId="{3E090443-566B-496A-8135-973B56F487CD}" srcOrd="0" destOrd="0" presId="urn:microsoft.com/office/officeart/2005/8/layout/bProcess3"/>
    <dgm:cxn modelId="{5A8713BD-DABE-4DA5-9F8A-CF12BF2F8075}" type="presOf" srcId="{B61A5211-68A8-4BFC-B273-3520E511044F}" destId="{1BEF8645-05A6-42CC-932D-BC0638B6B671}" srcOrd="0" destOrd="0" presId="urn:microsoft.com/office/officeart/2005/8/layout/bProcess3"/>
    <dgm:cxn modelId="{D0F221C2-433E-4B1F-B31D-3C130B420E60}" type="presOf" srcId="{B6A8920C-5AA8-4CE0-A405-447913CCD9B6}" destId="{42B7B9D6-F84D-4CEF-A54C-43081632F3FA}" srcOrd="1" destOrd="0" presId="urn:microsoft.com/office/officeart/2005/8/layout/bProcess3"/>
    <dgm:cxn modelId="{58A287C3-1212-40A9-9675-20E32CF3DF69}" type="presOf" srcId="{B61A5211-68A8-4BFC-B273-3520E511044F}" destId="{62935DF8-B3D4-4A44-8953-3AFFC4C564D0}" srcOrd="1" destOrd="0" presId="urn:microsoft.com/office/officeart/2005/8/layout/bProcess3"/>
    <dgm:cxn modelId="{EFA34EC7-D851-466B-A5C4-25F5698EBFAB}" type="presOf" srcId="{9CB29B79-1CB0-4C50-BB24-7CD9167D1F3C}" destId="{09F49694-34EE-4738-BC40-47E14E4262EF}" srcOrd="0" destOrd="0" presId="urn:microsoft.com/office/officeart/2005/8/layout/bProcess3"/>
    <dgm:cxn modelId="{04E57ACB-51E6-4AC2-BC8C-55FCEF19855A}" type="presOf" srcId="{C77C6366-AC49-437E-A6B1-5D023EA8C9BC}" destId="{3C7C1E09-D6F7-4821-9126-22FB39856008}" srcOrd="0" destOrd="0" presId="urn:microsoft.com/office/officeart/2005/8/layout/bProcess3"/>
    <dgm:cxn modelId="{BBB8C8CF-3144-48B1-AA45-E8F3C4DA1E8B}" type="presOf" srcId="{48340A98-2E65-4978-86EF-FF6CB63C08FE}" destId="{B394651E-AA87-4A1F-A912-230C028CEBC0}" srcOrd="1" destOrd="0" presId="urn:microsoft.com/office/officeart/2005/8/layout/bProcess3"/>
    <dgm:cxn modelId="{D7F989D5-BAA7-4127-9920-527B08D8C284}" srcId="{96F24E31-61E7-40D8-9BF4-154DA547E57B}" destId="{C19C5F93-8980-4B95-B67A-B0C5AF826F75}" srcOrd="2" destOrd="0" parTransId="{39DBBCDB-470D-4C60-916C-A4D0FE8CA595}" sibTransId="{B6A8920C-5AA8-4CE0-A405-447913CCD9B6}"/>
    <dgm:cxn modelId="{64D800DA-16A2-4811-A7C4-1A75202EDC72}" type="presOf" srcId="{AFAF7F75-4401-4372-B510-52F9C05E3539}" destId="{732BFDDD-D7FF-4019-BD60-A525F8285D74}" srcOrd="0" destOrd="0" presId="urn:microsoft.com/office/officeart/2005/8/layout/bProcess3"/>
    <dgm:cxn modelId="{DA53F497-7040-43BD-9750-4E7B60AABAA3}" type="presParOf" srcId="{E929F8BD-C3F7-4D6E-B058-CBFD19AE45A1}" destId="{3C7C1E09-D6F7-4821-9126-22FB39856008}" srcOrd="0" destOrd="0" presId="urn:microsoft.com/office/officeart/2005/8/layout/bProcess3"/>
    <dgm:cxn modelId="{05F2C7BB-76DD-42D5-A264-FAA0E367A59A}" type="presParOf" srcId="{E929F8BD-C3F7-4D6E-B058-CBFD19AE45A1}" destId="{732BFDDD-D7FF-4019-BD60-A525F8285D74}" srcOrd="1" destOrd="0" presId="urn:microsoft.com/office/officeart/2005/8/layout/bProcess3"/>
    <dgm:cxn modelId="{E9E29B11-C5DE-4DBF-9BCE-F8D9E918FE1A}" type="presParOf" srcId="{732BFDDD-D7FF-4019-BD60-A525F8285D74}" destId="{D614D6F2-087E-47C0-AB17-1378CA19D4A7}" srcOrd="0" destOrd="0" presId="urn:microsoft.com/office/officeart/2005/8/layout/bProcess3"/>
    <dgm:cxn modelId="{8B147E34-B05D-41F9-8DBE-A69C3494E234}" type="presParOf" srcId="{E929F8BD-C3F7-4D6E-B058-CBFD19AE45A1}" destId="{72D9FEB5-643F-4ADF-A1C7-63A2422A88CF}" srcOrd="2" destOrd="0" presId="urn:microsoft.com/office/officeart/2005/8/layout/bProcess3"/>
    <dgm:cxn modelId="{D66781F4-CC9C-4FFA-B8B9-385311E7A1F3}" type="presParOf" srcId="{E929F8BD-C3F7-4D6E-B058-CBFD19AE45A1}" destId="{8221856E-E2BF-4B4A-A52A-8313C4688D0C}" srcOrd="3" destOrd="0" presId="urn:microsoft.com/office/officeart/2005/8/layout/bProcess3"/>
    <dgm:cxn modelId="{FE9F560D-6723-40E3-8A42-D776C53DE2CC}" type="presParOf" srcId="{8221856E-E2BF-4B4A-A52A-8313C4688D0C}" destId="{B7BB32C4-399B-4789-9F2C-D293EC393366}" srcOrd="0" destOrd="0" presId="urn:microsoft.com/office/officeart/2005/8/layout/bProcess3"/>
    <dgm:cxn modelId="{CB1B61EC-C03F-495F-85DE-AB2D4EF64957}" type="presParOf" srcId="{E929F8BD-C3F7-4D6E-B058-CBFD19AE45A1}" destId="{8F71435D-1E0D-46BA-AC8F-453B9510B286}" srcOrd="4" destOrd="0" presId="urn:microsoft.com/office/officeart/2005/8/layout/bProcess3"/>
    <dgm:cxn modelId="{AE152D7D-E204-440F-BC93-2424490BB595}" type="presParOf" srcId="{E929F8BD-C3F7-4D6E-B058-CBFD19AE45A1}" destId="{D4B3752F-AD66-4D94-B246-3091E46FE885}" srcOrd="5" destOrd="0" presId="urn:microsoft.com/office/officeart/2005/8/layout/bProcess3"/>
    <dgm:cxn modelId="{BAF476A1-A10C-4B12-ACB4-3C6E3D2FB439}" type="presParOf" srcId="{D4B3752F-AD66-4D94-B246-3091E46FE885}" destId="{42B7B9D6-F84D-4CEF-A54C-43081632F3FA}" srcOrd="0" destOrd="0" presId="urn:microsoft.com/office/officeart/2005/8/layout/bProcess3"/>
    <dgm:cxn modelId="{BC3D3D4A-0B45-42F0-AF0C-2CDD67D23822}" type="presParOf" srcId="{E929F8BD-C3F7-4D6E-B058-CBFD19AE45A1}" destId="{09F49694-34EE-4738-BC40-47E14E4262EF}" srcOrd="6" destOrd="0" presId="urn:microsoft.com/office/officeart/2005/8/layout/bProcess3"/>
    <dgm:cxn modelId="{905CF211-EACA-4433-B088-192FC263C4CF}" type="presParOf" srcId="{E929F8BD-C3F7-4D6E-B058-CBFD19AE45A1}" destId="{08EB829B-82C0-42AD-B0C7-A6985BB0D1CD}" srcOrd="7" destOrd="0" presId="urn:microsoft.com/office/officeart/2005/8/layout/bProcess3"/>
    <dgm:cxn modelId="{5B1CE8D9-14F9-43F9-AA55-48F7466FB860}" type="presParOf" srcId="{08EB829B-82C0-42AD-B0C7-A6985BB0D1CD}" destId="{B394651E-AA87-4A1F-A912-230C028CEBC0}" srcOrd="0" destOrd="0" presId="urn:microsoft.com/office/officeart/2005/8/layout/bProcess3"/>
    <dgm:cxn modelId="{B6B395EE-5162-4F17-88CF-8FF104E46274}" type="presParOf" srcId="{E929F8BD-C3F7-4D6E-B058-CBFD19AE45A1}" destId="{20F71A55-C34A-4725-A766-2D73DCD41400}" srcOrd="8" destOrd="0" presId="urn:microsoft.com/office/officeart/2005/8/layout/bProcess3"/>
    <dgm:cxn modelId="{C4252617-C234-4FAC-B65D-755334474A30}" type="presParOf" srcId="{E929F8BD-C3F7-4D6E-B058-CBFD19AE45A1}" destId="{705D4D4B-E733-4ACB-87C6-2DF7CD3FE742}" srcOrd="9" destOrd="0" presId="urn:microsoft.com/office/officeart/2005/8/layout/bProcess3"/>
    <dgm:cxn modelId="{1C0AAD08-47CC-4D4B-B92D-3D20C746AEDB}" type="presParOf" srcId="{705D4D4B-E733-4ACB-87C6-2DF7CD3FE742}" destId="{D70B7107-3616-490C-A811-CC834487A9BC}" srcOrd="0" destOrd="0" presId="urn:microsoft.com/office/officeart/2005/8/layout/bProcess3"/>
    <dgm:cxn modelId="{4ABEACF4-F810-4602-8626-8130EBBA34CB}" type="presParOf" srcId="{E929F8BD-C3F7-4D6E-B058-CBFD19AE45A1}" destId="{4C9DFAA7-BB53-4238-BC66-B19D7357B97E}" srcOrd="10" destOrd="0" presId="urn:microsoft.com/office/officeart/2005/8/layout/bProcess3"/>
    <dgm:cxn modelId="{83AC668A-737D-44B4-B4C9-D4F470AC4411}" type="presParOf" srcId="{E929F8BD-C3F7-4D6E-B058-CBFD19AE45A1}" destId="{59C3B897-B24A-4B0C-B254-D92AA517A846}" srcOrd="11" destOrd="0" presId="urn:microsoft.com/office/officeart/2005/8/layout/bProcess3"/>
    <dgm:cxn modelId="{29A9E4DC-A054-4BAA-8B88-FA51EDFE94F5}" type="presParOf" srcId="{59C3B897-B24A-4B0C-B254-D92AA517A846}" destId="{DA048A21-2178-43C5-826C-801E4D3306FD}" srcOrd="0" destOrd="0" presId="urn:microsoft.com/office/officeart/2005/8/layout/bProcess3"/>
    <dgm:cxn modelId="{B781D12B-7313-467A-85D8-304AA16917DA}" type="presParOf" srcId="{E929F8BD-C3F7-4D6E-B058-CBFD19AE45A1}" destId="{51491882-9E99-45EE-93D5-CBBEC3A9901E}" srcOrd="12" destOrd="0" presId="urn:microsoft.com/office/officeart/2005/8/layout/bProcess3"/>
    <dgm:cxn modelId="{45FDA19E-6A48-46F6-BEA5-59E3B00BB825}" type="presParOf" srcId="{E929F8BD-C3F7-4D6E-B058-CBFD19AE45A1}" destId="{3E090443-566B-496A-8135-973B56F487CD}" srcOrd="13" destOrd="0" presId="urn:microsoft.com/office/officeart/2005/8/layout/bProcess3"/>
    <dgm:cxn modelId="{6FC40FF9-7475-4BA0-BF5F-5271A9A2F662}" type="presParOf" srcId="{3E090443-566B-496A-8135-973B56F487CD}" destId="{E262A4B0-0F3B-410D-A568-6EB5874E8679}" srcOrd="0" destOrd="0" presId="urn:microsoft.com/office/officeart/2005/8/layout/bProcess3"/>
    <dgm:cxn modelId="{5A4BD246-2211-4BCC-A3B9-985F949F5EB3}" type="presParOf" srcId="{E929F8BD-C3F7-4D6E-B058-CBFD19AE45A1}" destId="{90D69CBB-55DF-443C-B791-508394D46DDE}" srcOrd="14" destOrd="0" presId="urn:microsoft.com/office/officeart/2005/8/layout/bProcess3"/>
    <dgm:cxn modelId="{5A346E20-DE52-4B64-89E9-19CD45B313B7}" type="presParOf" srcId="{E929F8BD-C3F7-4D6E-B058-CBFD19AE45A1}" destId="{1BEF8645-05A6-42CC-932D-BC0638B6B671}" srcOrd="15" destOrd="0" presId="urn:microsoft.com/office/officeart/2005/8/layout/bProcess3"/>
    <dgm:cxn modelId="{0A9A6786-C1F7-4D2C-BC56-2E1010DE8D41}" type="presParOf" srcId="{1BEF8645-05A6-42CC-932D-BC0638B6B671}" destId="{62935DF8-B3D4-4A44-8953-3AFFC4C564D0}" srcOrd="0" destOrd="0" presId="urn:microsoft.com/office/officeart/2005/8/layout/bProcess3"/>
    <dgm:cxn modelId="{CB42740E-54BB-44CE-9D82-56A464AC8EA5}" type="presParOf" srcId="{E929F8BD-C3F7-4D6E-B058-CBFD19AE45A1}" destId="{6EF7AAC5-50E3-49E3-9537-C41A00F92DAF}" srcOrd="16" destOrd="0" presId="urn:microsoft.com/office/officeart/2005/8/layout/bProcess3"/>
    <dgm:cxn modelId="{5827C3A7-031E-4E0E-ACCF-D375255FB083}" type="presParOf" srcId="{E929F8BD-C3F7-4D6E-B058-CBFD19AE45A1}" destId="{F38E5F25-1190-4BF4-93C6-FFB340132BE2}" srcOrd="17" destOrd="0" presId="urn:microsoft.com/office/officeart/2005/8/layout/bProcess3"/>
    <dgm:cxn modelId="{F2B40188-F6B0-4E8B-A906-2FBD9ED0343B}" type="presParOf" srcId="{F38E5F25-1190-4BF4-93C6-FFB340132BE2}" destId="{E27BEFE2-E5D1-475A-9CE9-D38CDEE563DB}" srcOrd="0" destOrd="0" presId="urn:microsoft.com/office/officeart/2005/8/layout/bProcess3"/>
    <dgm:cxn modelId="{61B932E5-F0BB-462C-8AC3-6561796F6AA4}" type="presParOf" srcId="{E929F8BD-C3F7-4D6E-B058-CBFD19AE45A1}" destId="{BA49F26E-2DB0-49C4-8193-D3EBB7CC8C9E}" srcOrd="18" destOrd="0" presId="urn:microsoft.com/office/officeart/2005/8/layout/bProcess3"/>
    <dgm:cxn modelId="{B846F7F1-D0B3-4E29-B790-1E7FDFB9224F}" type="presParOf" srcId="{E929F8BD-C3F7-4D6E-B058-CBFD19AE45A1}" destId="{AF8A4C31-A7F8-47F8-BA4B-9D8751B6B7BB}" srcOrd="19" destOrd="0" presId="urn:microsoft.com/office/officeart/2005/8/layout/bProcess3"/>
    <dgm:cxn modelId="{C8206840-339A-45B8-AB9A-9D8A6F618D3B}" type="presParOf" srcId="{AF8A4C31-A7F8-47F8-BA4B-9D8751B6B7BB}" destId="{12F072EE-D083-4D57-969E-9120A9D6C5AF}" srcOrd="0" destOrd="0" presId="urn:microsoft.com/office/officeart/2005/8/layout/bProcess3"/>
    <dgm:cxn modelId="{F7BC33F6-4664-4619-AC0D-4A9312DE90AD}" type="presParOf" srcId="{E929F8BD-C3F7-4D6E-B058-CBFD19AE45A1}" destId="{4789D7E3-6391-43CE-AD24-AAFFBC94ED54}" srcOrd="2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EF7573-286B-4525-A0C3-E6FE9E5FEC6C}">
      <dsp:nvSpPr>
        <dsp:cNvPr id="0" name=""/>
        <dsp:cNvSpPr/>
      </dsp:nvSpPr>
      <dsp:spPr>
        <a:xfrm>
          <a:off x="629296" y="1139"/>
          <a:ext cx="1710553" cy="8552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+mj-lt"/>
            </a:rPr>
            <a:t>Shift Pagi</a:t>
          </a:r>
          <a:endParaRPr lang="en-ID" sz="2600" kern="1200" dirty="0">
            <a:latin typeface="+mj-lt"/>
          </a:endParaRPr>
        </a:p>
      </dsp:txBody>
      <dsp:txXfrm>
        <a:off x="654346" y="26189"/>
        <a:ext cx="1660453" cy="805176"/>
      </dsp:txXfrm>
    </dsp:sp>
    <dsp:sp modelId="{6CF9E6E5-6689-4B18-871F-EB1A801EE617}">
      <dsp:nvSpPr>
        <dsp:cNvPr id="0" name=""/>
        <dsp:cNvSpPr/>
      </dsp:nvSpPr>
      <dsp:spPr>
        <a:xfrm>
          <a:off x="800351" y="856416"/>
          <a:ext cx="171055" cy="641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1457"/>
              </a:lnTo>
              <a:lnTo>
                <a:pt x="171055" y="64145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2B505-DC1C-4464-B4C0-A79B9BB50B11}">
      <dsp:nvSpPr>
        <dsp:cNvPr id="0" name=""/>
        <dsp:cNvSpPr/>
      </dsp:nvSpPr>
      <dsp:spPr>
        <a:xfrm>
          <a:off x="971407" y="1070236"/>
          <a:ext cx="1368443" cy="85527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+mj-lt"/>
            </a:rPr>
            <a:t>Ganti Gun Burner</a:t>
          </a:r>
          <a:endParaRPr lang="en-ID" sz="1400" kern="1200" dirty="0">
            <a:latin typeface="+mj-lt"/>
          </a:endParaRPr>
        </a:p>
      </dsp:txBody>
      <dsp:txXfrm>
        <a:off x="996457" y="1095286"/>
        <a:ext cx="1318343" cy="805176"/>
      </dsp:txXfrm>
    </dsp:sp>
    <dsp:sp modelId="{ABC9A9E8-330B-49B2-9DAE-AC04E61FC814}">
      <dsp:nvSpPr>
        <dsp:cNvPr id="0" name=""/>
        <dsp:cNvSpPr/>
      </dsp:nvSpPr>
      <dsp:spPr>
        <a:xfrm>
          <a:off x="2767488" y="1139"/>
          <a:ext cx="1710553" cy="8552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+mj-lt"/>
            </a:rPr>
            <a:t>Shift Sore</a:t>
          </a:r>
          <a:endParaRPr lang="en-ID" sz="2600" kern="1200" dirty="0">
            <a:latin typeface="+mj-lt"/>
          </a:endParaRPr>
        </a:p>
      </dsp:txBody>
      <dsp:txXfrm>
        <a:off x="2792538" y="26189"/>
        <a:ext cx="1660453" cy="805176"/>
      </dsp:txXfrm>
    </dsp:sp>
    <dsp:sp modelId="{04AC5363-F371-4BDB-8387-AFFB15839679}">
      <dsp:nvSpPr>
        <dsp:cNvPr id="0" name=""/>
        <dsp:cNvSpPr/>
      </dsp:nvSpPr>
      <dsp:spPr>
        <a:xfrm>
          <a:off x="2938543" y="856416"/>
          <a:ext cx="171055" cy="641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1457"/>
              </a:lnTo>
              <a:lnTo>
                <a:pt x="171055" y="64145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3C2AA6-0129-496F-A94B-2603B5A5E241}">
      <dsp:nvSpPr>
        <dsp:cNvPr id="0" name=""/>
        <dsp:cNvSpPr/>
      </dsp:nvSpPr>
      <dsp:spPr>
        <a:xfrm>
          <a:off x="3109599" y="1070236"/>
          <a:ext cx="1368443" cy="85527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+mj-lt"/>
            </a:rPr>
            <a:t>Sample Boiler Water &amp; Saturated Steam</a:t>
          </a:r>
          <a:endParaRPr lang="en-ID" sz="1400" kern="1200" dirty="0">
            <a:latin typeface="+mj-lt"/>
          </a:endParaRPr>
        </a:p>
      </dsp:txBody>
      <dsp:txXfrm>
        <a:off x="3134649" y="1095286"/>
        <a:ext cx="1318343" cy="805176"/>
      </dsp:txXfrm>
    </dsp:sp>
    <dsp:sp modelId="{AE6DF139-8B52-4348-9F3C-E206FC6EB983}">
      <dsp:nvSpPr>
        <dsp:cNvPr id="0" name=""/>
        <dsp:cNvSpPr/>
      </dsp:nvSpPr>
      <dsp:spPr>
        <a:xfrm>
          <a:off x="2938543" y="856416"/>
          <a:ext cx="171055" cy="17105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0553"/>
              </a:lnTo>
              <a:lnTo>
                <a:pt x="171055" y="171055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F7A981-C3E1-48EE-A0FA-C0FD1C61064B}">
      <dsp:nvSpPr>
        <dsp:cNvPr id="0" name=""/>
        <dsp:cNvSpPr/>
      </dsp:nvSpPr>
      <dsp:spPr>
        <a:xfrm>
          <a:off x="3109599" y="2139332"/>
          <a:ext cx="1368443" cy="85527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+mj-lt"/>
            </a:rPr>
            <a:t>Soot Blowing</a:t>
          </a:r>
          <a:endParaRPr lang="en-ID" sz="1400" kern="1200">
            <a:latin typeface="+mj-lt"/>
          </a:endParaRPr>
        </a:p>
      </dsp:txBody>
      <dsp:txXfrm>
        <a:off x="3134649" y="2164382"/>
        <a:ext cx="1318343" cy="805176"/>
      </dsp:txXfrm>
    </dsp:sp>
    <dsp:sp modelId="{AA252BDD-AC36-4152-A01C-531D1CE8FF5F}">
      <dsp:nvSpPr>
        <dsp:cNvPr id="0" name=""/>
        <dsp:cNvSpPr/>
      </dsp:nvSpPr>
      <dsp:spPr>
        <a:xfrm>
          <a:off x="4905680" y="1139"/>
          <a:ext cx="1710553" cy="8552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+mj-lt"/>
            </a:rPr>
            <a:t>Shift Malem</a:t>
          </a:r>
          <a:endParaRPr lang="en-ID" sz="2600" kern="1200">
            <a:latin typeface="+mj-lt"/>
          </a:endParaRPr>
        </a:p>
      </dsp:txBody>
      <dsp:txXfrm>
        <a:off x="4930730" y="26189"/>
        <a:ext cx="1660453" cy="805176"/>
      </dsp:txXfrm>
    </dsp:sp>
    <dsp:sp modelId="{A44BAE3A-328A-4A7C-A4CD-F1D065D61073}">
      <dsp:nvSpPr>
        <dsp:cNvPr id="0" name=""/>
        <dsp:cNvSpPr/>
      </dsp:nvSpPr>
      <dsp:spPr>
        <a:xfrm>
          <a:off x="5076736" y="856416"/>
          <a:ext cx="171055" cy="641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1457"/>
              </a:lnTo>
              <a:lnTo>
                <a:pt x="171055" y="64145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65AE72-614A-4648-B05D-80A7244719D2}">
      <dsp:nvSpPr>
        <dsp:cNvPr id="0" name=""/>
        <dsp:cNvSpPr/>
      </dsp:nvSpPr>
      <dsp:spPr>
        <a:xfrm>
          <a:off x="5247791" y="1070236"/>
          <a:ext cx="1368443" cy="85527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+mj-lt"/>
            </a:rPr>
            <a:t>Soot Blowing</a:t>
          </a:r>
          <a:endParaRPr lang="en-ID" sz="1400" kern="1200">
            <a:latin typeface="+mj-lt"/>
          </a:endParaRPr>
        </a:p>
      </dsp:txBody>
      <dsp:txXfrm>
        <a:off x="5272841" y="1095286"/>
        <a:ext cx="1318343" cy="805176"/>
      </dsp:txXfrm>
    </dsp:sp>
    <dsp:sp modelId="{553C9E46-1905-4FB6-9E59-6B79C28A3BD6}">
      <dsp:nvSpPr>
        <dsp:cNvPr id="0" name=""/>
        <dsp:cNvSpPr/>
      </dsp:nvSpPr>
      <dsp:spPr>
        <a:xfrm>
          <a:off x="5076736" y="856416"/>
          <a:ext cx="171055" cy="17105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0553"/>
              </a:lnTo>
              <a:lnTo>
                <a:pt x="171055" y="171055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B707DA-0ACD-4E30-90C9-E89B38AF21F5}">
      <dsp:nvSpPr>
        <dsp:cNvPr id="0" name=""/>
        <dsp:cNvSpPr/>
      </dsp:nvSpPr>
      <dsp:spPr>
        <a:xfrm>
          <a:off x="5247791" y="2139332"/>
          <a:ext cx="1368443" cy="85527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+mj-lt"/>
            </a:rPr>
            <a:t>Extra Sample</a:t>
          </a:r>
          <a:endParaRPr lang="en-ID" sz="1400" kern="1200">
            <a:latin typeface="+mj-lt"/>
          </a:endParaRPr>
        </a:p>
      </dsp:txBody>
      <dsp:txXfrm>
        <a:off x="5272841" y="2164382"/>
        <a:ext cx="1318343" cy="8051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4CA587-A29C-4269-AADB-246CF4154C53}">
      <dsp:nvSpPr>
        <dsp:cNvPr id="0" name=""/>
        <dsp:cNvSpPr/>
      </dsp:nvSpPr>
      <dsp:spPr>
        <a:xfrm>
          <a:off x="2894947" y="596621"/>
          <a:ext cx="4594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9475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2000" kern="1200">
            <a:latin typeface="+mj-lt"/>
          </a:endParaRPr>
        </a:p>
      </dsp:txBody>
      <dsp:txXfrm>
        <a:off x="3112433" y="639889"/>
        <a:ext cx="24503" cy="4905"/>
      </dsp:txXfrm>
    </dsp:sp>
    <dsp:sp modelId="{1627463C-F130-4FDD-9401-BEE1D2547430}">
      <dsp:nvSpPr>
        <dsp:cNvPr id="0" name=""/>
        <dsp:cNvSpPr/>
      </dsp:nvSpPr>
      <dsp:spPr>
        <a:xfrm>
          <a:off x="765984" y="3112"/>
          <a:ext cx="2130763" cy="12784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latin typeface="+mj-lt"/>
            </a:rPr>
            <a:t>Informasikan</a:t>
          </a:r>
          <a:r>
            <a:rPr lang="en-US" sz="1600" kern="1200" dirty="0">
              <a:latin typeface="+mj-lt"/>
            </a:rPr>
            <a:t> ke </a:t>
          </a:r>
          <a:r>
            <a:rPr lang="en-US" sz="1600" kern="1200" dirty="0" err="1">
              <a:latin typeface="+mj-lt"/>
            </a:rPr>
            <a:t>DCS</a:t>
          </a:r>
          <a:r>
            <a:rPr lang="en-US" sz="1600" kern="1200" dirty="0">
              <a:latin typeface="+mj-lt"/>
            </a:rPr>
            <a:t> </a:t>
          </a:r>
          <a:r>
            <a:rPr lang="en-US" sz="1600" kern="1200" dirty="0" err="1">
              <a:latin typeface="+mj-lt"/>
            </a:rPr>
            <a:t>akan</a:t>
          </a:r>
          <a:r>
            <a:rPr lang="en-US" sz="1600" kern="1200" dirty="0">
              <a:latin typeface="+mj-lt"/>
            </a:rPr>
            <a:t> </a:t>
          </a:r>
          <a:r>
            <a:rPr lang="en-US" sz="1600" kern="1200" dirty="0" err="1">
              <a:latin typeface="+mj-lt"/>
            </a:rPr>
            <a:t>dilakukan</a:t>
          </a:r>
          <a:r>
            <a:rPr lang="en-US" sz="1600" kern="1200" dirty="0">
              <a:latin typeface="+mj-lt"/>
            </a:rPr>
            <a:t> </a:t>
          </a:r>
          <a:r>
            <a:rPr lang="en-US" sz="1600" kern="1200" dirty="0" err="1">
              <a:latin typeface="+mj-lt"/>
            </a:rPr>
            <a:t>penggantian</a:t>
          </a:r>
          <a:r>
            <a:rPr lang="en-US" sz="1600" kern="1200" dirty="0">
              <a:latin typeface="+mj-lt"/>
            </a:rPr>
            <a:t> Fuel Oil to Fuel Gas</a:t>
          </a:r>
          <a:endParaRPr lang="en-ID" sz="1600" kern="1200" dirty="0">
            <a:latin typeface="+mj-lt"/>
          </a:endParaRPr>
        </a:p>
      </dsp:txBody>
      <dsp:txXfrm>
        <a:off x="765984" y="3112"/>
        <a:ext cx="2130763" cy="1278458"/>
      </dsp:txXfrm>
    </dsp:sp>
    <dsp:sp modelId="{67C84C2D-73D7-4D4D-B1F9-8530D5310190}">
      <dsp:nvSpPr>
        <dsp:cNvPr id="0" name=""/>
        <dsp:cNvSpPr/>
      </dsp:nvSpPr>
      <dsp:spPr>
        <a:xfrm>
          <a:off x="5515787" y="596621"/>
          <a:ext cx="4594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9475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2000" kern="1200">
            <a:latin typeface="+mj-lt"/>
          </a:endParaRPr>
        </a:p>
      </dsp:txBody>
      <dsp:txXfrm>
        <a:off x="5733273" y="639889"/>
        <a:ext cx="24503" cy="4905"/>
      </dsp:txXfrm>
    </dsp:sp>
    <dsp:sp modelId="{2B7D985D-E902-4181-8C3F-4660A46CC7A6}">
      <dsp:nvSpPr>
        <dsp:cNvPr id="0" name=""/>
        <dsp:cNvSpPr/>
      </dsp:nvSpPr>
      <dsp:spPr>
        <a:xfrm>
          <a:off x="3386823" y="3112"/>
          <a:ext cx="2130763" cy="12784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 dirty="0">
              <a:latin typeface="+mj-lt"/>
            </a:rPr>
            <a:t>Buka Block Valve Fuel Gas (</a:t>
          </a:r>
          <a:r>
            <a:rPr lang="en-ID" sz="1600" kern="1200" dirty="0" err="1">
              <a:latin typeface="+mj-lt"/>
            </a:rPr>
            <a:t>Sekitar</a:t>
          </a:r>
          <a:r>
            <a:rPr lang="en-ID" sz="1600" kern="1200" dirty="0">
              <a:latin typeface="+mj-lt"/>
            </a:rPr>
            <a:t> 3 Drat)</a:t>
          </a:r>
        </a:p>
      </dsp:txBody>
      <dsp:txXfrm>
        <a:off x="3386823" y="3112"/>
        <a:ext cx="2130763" cy="1278458"/>
      </dsp:txXfrm>
    </dsp:sp>
    <dsp:sp modelId="{D62D7B1D-43C6-42E3-9875-377FA476FD31}">
      <dsp:nvSpPr>
        <dsp:cNvPr id="0" name=""/>
        <dsp:cNvSpPr/>
      </dsp:nvSpPr>
      <dsp:spPr>
        <a:xfrm>
          <a:off x="8136626" y="596621"/>
          <a:ext cx="4594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9475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2000" kern="1200">
            <a:latin typeface="+mj-lt"/>
          </a:endParaRPr>
        </a:p>
      </dsp:txBody>
      <dsp:txXfrm>
        <a:off x="8354112" y="639889"/>
        <a:ext cx="24503" cy="4905"/>
      </dsp:txXfrm>
    </dsp:sp>
    <dsp:sp modelId="{65304C3E-34C2-4CBD-A943-8A55EF70C93C}">
      <dsp:nvSpPr>
        <dsp:cNvPr id="0" name=""/>
        <dsp:cNvSpPr/>
      </dsp:nvSpPr>
      <dsp:spPr>
        <a:xfrm>
          <a:off x="6007662" y="3112"/>
          <a:ext cx="2130763" cy="12784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>
              <a:latin typeface="+mj-lt"/>
            </a:rPr>
            <a:t>Infromasikan ke DCS akan start Fuel Gas</a:t>
          </a:r>
        </a:p>
      </dsp:txBody>
      <dsp:txXfrm>
        <a:off x="6007662" y="3112"/>
        <a:ext cx="2130763" cy="1278458"/>
      </dsp:txXfrm>
    </dsp:sp>
    <dsp:sp modelId="{E7198AA2-40B2-40C3-BDE6-BB71D91D1028}">
      <dsp:nvSpPr>
        <dsp:cNvPr id="0" name=""/>
        <dsp:cNvSpPr/>
      </dsp:nvSpPr>
      <dsp:spPr>
        <a:xfrm>
          <a:off x="1831365" y="1279770"/>
          <a:ext cx="7862518" cy="596609"/>
        </a:xfrm>
        <a:custGeom>
          <a:avLst/>
          <a:gdLst/>
          <a:ahLst/>
          <a:cxnLst/>
          <a:rect l="0" t="0" r="0" b="0"/>
          <a:pathLst>
            <a:path>
              <a:moveTo>
                <a:pt x="7862518" y="0"/>
              </a:moveTo>
              <a:lnTo>
                <a:pt x="7862518" y="315404"/>
              </a:lnTo>
              <a:lnTo>
                <a:pt x="0" y="315404"/>
              </a:lnTo>
              <a:lnTo>
                <a:pt x="0" y="596609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2000" kern="1200">
            <a:latin typeface="+mj-lt"/>
          </a:endParaRPr>
        </a:p>
      </dsp:txBody>
      <dsp:txXfrm>
        <a:off x="5565437" y="1575622"/>
        <a:ext cx="394374" cy="4905"/>
      </dsp:txXfrm>
    </dsp:sp>
    <dsp:sp modelId="{58E3BB86-B13F-4ECA-A5A5-B5A225C38F86}">
      <dsp:nvSpPr>
        <dsp:cNvPr id="0" name=""/>
        <dsp:cNvSpPr/>
      </dsp:nvSpPr>
      <dsp:spPr>
        <a:xfrm>
          <a:off x="8628502" y="3112"/>
          <a:ext cx="2130763" cy="12784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 dirty="0">
              <a:latin typeface="+mj-lt"/>
            </a:rPr>
            <a:t>Tekan Push Button Start Fuel Gas (</a:t>
          </a:r>
          <a:r>
            <a:rPr lang="en-ID" sz="1600" kern="1200" dirty="0" err="1">
              <a:latin typeface="+mj-lt"/>
            </a:rPr>
            <a:t>Membuka</a:t>
          </a:r>
          <a:r>
            <a:rPr lang="en-ID" sz="1600" kern="1200" dirty="0">
              <a:latin typeface="+mj-lt"/>
            </a:rPr>
            <a:t> valve 52-XV-221/223)</a:t>
          </a:r>
        </a:p>
      </dsp:txBody>
      <dsp:txXfrm>
        <a:off x="8628502" y="3112"/>
        <a:ext cx="2130763" cy="1278458"/>
      </dsp:txXfrm>
    </dsp:sp>
    <dsp:sp modelId="{7BFD2E5A-C3F9-4C33-AFCC-349D5CC86CE8}">
      <dsp:nvSpPr>
        <dsp:cNvPr id="0" name=""/>
        <dsp:cNvSpPr/>
      </dsp:nvSpPr>
      <dsp:spPr>
        <a:xfrm>
          <a:off x="2894947" y="2502289"/>
          <a:ext cx="4594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9475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2000" kern="1200">
            <a:latin typeface="+mj-lt"/>
          </a:endParaRPr>
        </a:p>
      </dsp:txBody>
      <dsp:txXfrm>
        <a:off x="3112433" y="2545556"/>
        <a:ext cx="24503" cy="4905"/>
      </dsp:txXfrm>
    </dsp:sp>
    <dsp:sp modelId="{D6BBD56E-5819-4C66-817F-E1C4861C9E7B}">
      <dsp:nvSpPr>
        <dsp:cNvPr id="0" name=""/>
        <dsp:cNvSpPr/>
      </dsp:nvSpPr>
      <dsp:spPr>
        <a:xfrm>
          <a:off x="765984" y="1908780"/>
          <a:ext cx="2130763" cy="12784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>
              <a:latin typeface="+mj-lt"/>
            </a:rPr>
            <a:t>Buka Penuh Block Valve Fuel Gas</a:t>
          </a:r>
        </a:p>
      </dsp:txBody>
      <dsp:txXfrm>
        <a:off x="765984" y="1908780"/>
        <a:ext cx="2130763" cy="1278458"/>
      </dsp:txXfrm>
    </dsp:sp>
    <dsp:sp modelId="{1935D18A-23C4-4B63-B5F3-DA3B88D86D67}">
      <dsp:nvSpPr>
        <dsp:cNvPr id="0" name=""/>
        <dsp:cNvSpPr/>
      </dsp:nvSpPr>
      <dsp:spPr>
        <a:xfrm>
          <a:off x="5515787" y="2502289"/>
          <a:ext cx="4594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9475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2000" kern="1200">
            <a:latin typeface="+mj-lt"/>
          </a:endParaRPr>
        </a:p>
      </dsp:txBody>
      <dsp:txXfrm>
        <a:off x="5733273" y="2545556"/>
        <a:ext cx="24503" cy="4905"/>
      </dsp:txXfrm>
    </dsp:sp>
    <dsp:sp modelId="{ED5BFA86-D5F4-49E4-A0D5-EEEF90224FB8}">
      <dsp:nvSpPr>
        <dsp:cNvPr id="0" name=""/>
        <dsp:cNvSpPr/>
      </dsp:nvSpPr>
      <dsp:spPr>
        <a:xfrm>
          <a:off x="3386823" y="1908780"/>
          <a:ext cx="2130763" cy="12784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>
              <a:latin typeface="+mj-lt"/>
            </a:rPr>
            <a:t>Informasikan ke DCS akan stop Fuel Oil</a:t>
          </a:r>
        </a:p>
      </dsp:txBody>
      <dsp:txXfrm>
        <a:off x="3386823" y="1908780"/>
        <a:ext cx="2130763" cy="1278458"/>
      </dsp:txXfrm>
    </dsp:sp>
    <dsp:sp modelId="{F121EF74-EBDD-4082-AD7F-1A974BA2523D}">
      <dsp:nvSpPr>
        <dsp:cNvPr id="0" name=""/>
        <dsp:cNvSpPr/>
      </dsp:nvSpPr>
      <dsp:spPr>
        <a:xfrm>
          <a:off x="8136626" y="2502289"/>
          <a:ext cx="4594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9475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2000" kern="1200">
            <a:latin typeface="+mj-lt"/>
          </a:endParaRPr>
        </a:p>
      </dsp:txBody>
      <dsp:txXfrm>
        <a:off x="8354112" y="2545556"/>
        <a:ext cx="24503" cy="4905"/>
      </dsp:txXfrm>
    </dsp:sp>
    <dsp:sp modelId="{A462DA1D-99D5-4A2B-99FF-D7A5AE30B22D}">
      <dsp:nvSpPr>
        <dsp:cNvPr id="0" name=""/>
        <dsp:cNvSpPr/>
      </dsp:nvSpPr>
      <dsp:spPr>
        <a:xfrm>
          <a:off x="6007662" y="1771646"/>
          <a:ext cx="2130763" cy="155272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 dirty="0">
              <a:latin typeface="+mj-lt"/>
            </a:rPr>
            <a:t>Tekan Push Button Stop Fuel Oil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1200" kern="1200" dirty="0" err="1">
              <a:latin typeface="+mj-lt"/>
            </a:rPr>
            <a:t>Penutupan</a:t>
          </a:r>
          <a:r>
            <a:rPr lang="en-ID" sz="1200" kern="1200" dirty="0">
              <a:latin typeface="+mj-lt"/>
            </a:rPr>
            <a:t> Valve Fuel Oil  52-XV-226/225 &amp;Valve Atomizing 52-</a:t>
          </a:r>
          <a:r>
            <a:rPr lang="en-ID" sz="1200" kern="1200" dirty="0" err="1">
              <a:latin typeface="+mj-lt"/>
            </a:rPr>
            <a:t>XY</a:t>
          </a:r>
          <a:r>
            <a:rPr lang="en-ID" sz="1200" kern="1200" dirty="0">
              <a:latin typeface="+mj-lt"/>
            </a:rPr>
            <a:t>-228/227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1200" kern="1200" dirty="0" err="1">
              <a:latin typeface="+mj-lt"/>
            </a:rPr>
            <a:t>Pembukaan</a:t>
          </a:r>
          <a:r>
            <a:rPr lang="en-ID" sz="1200" kern="1200" dirty="0">
              <a:latin typeface="+mj-lt"/>
            </a:rPr>
            <a:t>  Valve Purging 52-</a:t>
          </a:r>
          <a:r>
            <a:rPr lang="en-ID" sz="1200" kern="1200" dirty="0" err="1">
              <a:latin typeface="+mj-lt"/>
            </a:rPr>
            <a:t>XY</a:t>
          </a:r>
          <a:r>
            <a:rPr lang="en-ID" sz="1200" kern="1200" dirty="0">
              <a:latin typeface="+mj-lt"/>
            </a:rPr>
            <a:t>-232/231</a:t>
          </a:r>
        </a:p>
      </dsp:txBody>
      <dsp:txXfrm>
        <a:off x="6007662" y="1771646"/>
        <a:ext cx="2130763" cy="1552725"/>
      </dsp:txXfrm>
    </dsp:sp>
    <dsp:sp modelId="{66799BA6-82B4-47D0-A495-24E099974CB5}">
      <dsp:nvSpPr>
        <dsp:cNvPr id="0" name=""/>
        <dsp:cNvSpPr/>
      </dsp:nvSpPr>
      <dsp:spPr>
        <a:xfrm>
          <a:off x="1831365" y="3185438"/>
          <a:ext cx="7862518" cy="596609"/>
        </a:xfrm>
        <a:custGeom>
          <a:avLst/>
          <a:gdLst/>
          <a:ahLst/>
          <a:cxnLst/>
          <a:rect l="0" t="0" r="0" b="0"/>
          <a:pathLst>
            <a:path>
              <a:moveTo>
                <a:pt x="7862518" y="0"/>
              </a:moveTo>
              <a:lnTo>
                <a:pt x="7862518" y="315404"/>
              </a:lnTo>
              <a:lnTo>
                <a:pt x="0" y="315404"/>
              </a:lnTo>
              <a:lnTo>
                <a:pt x="0" y="596609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2000" kern="1200">
            <a:latin typeface="+mj-lt"/>
          </a:endParaRPr>
        </a:p>
      </dsp:txBody>
      <dsp:txXfrm>
        <a:off x="5565437" y="3481290"/>
        <a:ext cx="394374" cy="4905"/>
      </dsp:txXfrm>
    </dsp:sp>
    <dsp:sp modelId="{F60C404B-477F-4E36-9B8E-D85D76292BCA}">
      <dsp:nvSpPr>
        <dsp:cNvPr id="0" name=""/>
        <dsp:cNvSpPr/>
      </dsp:nvSpPr>
      <dsp:spPr>
        <a:xfrm>
          <a:off x="8628502" y="1908780"/>
          <a:ext cx="2130763" cy="12784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 dirty="0" err="1">
              <a:latin typeface="+mj-lt"/>
            </a:rPr>
            <a:t>Tutup</a:t>
          </a:r>
          <a:r>
            <a:rPr lang="en-ID" sz="1600" kern="1200" dirty="0">
              <a:latin typeface="+mj-lt"/>
            </a:rPr>
            <a:t> Block Valve Fuel Oil dan Valve Atomizing</a:t>
          </a:r>
        </a:p>
      </dsp:txBody>
      <dsp:txXfrm>
        <a:off x="8628502" y="1908780"/>
        <a:ext cx="2130763" cy="1278458"/>
      </dsp:txXfrm>
    </dsp:sp>
    <dsp:sp modelId="{580E5652-3B8B-420D-A5BD-7A327191D4E1}">
      <dsp:nvSpPr>
        <dsp:cNvPr id="0" name=""/>
        <dsp:cNvSpPr/>
      </dsp:nvSpPr>
      <dsp:spPr>
        <a:xfrm>
          <a:off x="2894947" y="4407957"/>
          <a:ext cx="4594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9475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3112433" y="4451224"/>
        <a:ext cx="24503" cy="4905"/>
      </dsp:txXfrm>
    </dsp:sp>
    <dsp:sp modelId="{3BD49F9F-B2B3-4458-9949-016C78D82F7D}">
      <dsp:nvSpPr>
        <dsp:cNvPr id="0" name=""/>
        <dsp:cNvSpPr/>
      </dsp:nvSpPr>
      <dsp:spPr>
        <a:xfrm>
          <a:off x="765984" y="3814448"/>
          <a:ext cx="2130763" cy="12784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+mj-lt"/>
            </a:rPr>
            <a:t>Lepas Gun Burner dari Burner</a:t>
          </a:r>
          <a:endParaRPr lang="en-ID" sz="1600" kern="1200" dirty="0">
            <a:latin typeface="+mj-lt"/>
          </a:endParaRPr>
        </a:p>
      </dsp:txBody>
      <dsp:txXfrm>
        <a:off x="765984" y="3814448"/>
        <a:ext cx="2130763" cy="1278458"/>
      </dsp:txXfrm>
    </dsp:sp>
    <dsp:sp modelId="{552F9331-B2FD-4679-95BD-792E420445F6}">
      <dsp:nvSpPr>
        <dsp:cNvPr id="0" name=""/>
        <dsp:cNvSpPr/>
      </dsp:nvSpPr>
      <dsp:spPr>
        <a:xfrm>
          <a:off x="3386823" y="3814448"/>
          <a:ext cx="2130763" cy="12784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+mj-lt"/>
            </a:rPr>
            <a:t>Purging Hole Gun Burner</a:t>
          </a:r>
          <a:endParaRPr lang="en-ID" sz="1600" kern="1200" dirty="0">
            <a:latin typeface="+mj-lt"/>
          </a:endParaRPr>
        </a:p>
      </dsp:txBody>
      <dsp:txXfrm>
        <a:off x="3386823" y="3814448"/>
        <a:ext cx="2130763" cy="12784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2BFDDD-D7FF-4019-BD60-A525F8285D74}">
      <dsp:nvSpPr>
        <dsp:cNvPr id="0" name=""/>
        <dsp:cNvSpPr/>
      </dsp:nvSpPr>
      <dsp:spPr>
        <a:xfrm>
          <a:off x="2764903" y="626753"/>
          <a:ext cx="4825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2528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600" kern="1200">
            <a:latin typeface="+mj-lt"/>
          </a:endParaRPr>
        </a:p>
      </dsp:txBody>
      <dsp:txXfrm>
        <a:off x="2993339" y="669905"/>
        <a:ext cx="25656" cy="5136"/>
      </dsp:txXfrm>
    </dsp:sp>
    <dsp:sp modelId="{3C7C1E09-D6F7-4821-9126-22FB39856008}">
      <dsp:nvSpPr>
        <dsp:cNvPr id="0" name=""/>
        <dsp:cNvSpPr/>
      </dsp:nvSpPr>
      <dsp:spPr>
        <a:xfrm>
          <a:off x="535710" y="3176"/>
          <a:ext cx="2230992" cy="13385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+mj-lt"/>
            </a:rPr>
            <a:t>Persiapan (Drain Atomizing Line)</a:t>
          </a:r>
          <a:endParaRPr lang="en-ID" sz="1600" kern="1200">
            <a:latin typeface="+mj-lt"/>
          </a:endParaRPr>
        </a:p>
      </dsp:txBody>
      <dsp:txXfrm>
        <a:off x="535710" y="3176"/>
        <a:ext cx="2230992" cy="1338595"/>
      </dsp:txXfrm>
    </dsp:sp>
    <dsp:sp modelId="{8221856E-E2BF-4B4A-A52A-8313C4688D0C}">
      <dsp:nvSpPr>
        <dsp:cNvPr id="0" name=""/>
        <dsp:cNvSpPr/>
      </dsp:nvSpPr>
      <dsp:spPr>
        <a:xfrm>
          <a:off x="5509023" y="626753"/>
          <a:ext cx="4825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2528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600" kern="1200">
            <a:latin typeface="+mj-lt"/>
          </a:endParaRPr>
        </a:p>
      </dsp:txBody>
      <dsp:txXfrm>
        <a:off x="5737459" y="669905"/>
        <a:ext cx="25656" cy="5136"/>
      </dsp:txXfrm>
    </dsp:sp>
    <dsp:sp modelId="{72D9FEB5-643F-4ADF-A1C7-63A2422A88CF}">
      <dsp:nvSpPr>
        <dsp:cNvPr id="0" name=""/>
        <dsp:cNvSpPr/>
      </dsp:nvSpPr>
      <dsp:spPr>
        <a:xfrm>
          <a:off x="3279831" y="3176"/>
          <a:ext cx="2230992" cy="13385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+mj-lt"/>
            </a:rPr>
            <a:t>Informasikan ke DCS akan dilakukan penggantian Fuel Gas to Fuel Oil</a:t>
          </a:r>
          <a:endParaRPr lang="en-ID" sz="1600" kern="1200">
            <a:latin typeface="+mj-lt"/>
          </a:endParaRPr>
        </a:p>
      </dsp:txBody>
      <dsp:txXfrm>
        <a:off x="3279831" y="3176"/>
        <a:ext cx="2230992" cy="1338595"/>
      </dsp:txXfrm>
    </dsp:sp>
    <dsp:sp modelId="{D4B3752F-AD66-4D94-B246-3091E46FE885}">
      <dsp:nvSpPr>
        <dsp:cNvPr id="0" name=""/>
        <dsp:cNvSpPr/>
      </dsp:nvSpPr>
      <dsp:spPr>
        <a:xfrm>
          <a:off x="8253144" y="626753"/>
          <a:ext cx="4825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2528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600" kern="1200">
            <a:latin typeface="+mj-lt"/>
          </a:endParaRPr>
        </a:p>
      </dsp:txBody>
      <dsp:txXfrm>
        <a:off x="8481580" y="669905"/>
        <a:ext cx="25656" cy="5136"/>
      </dsp:txXfrm>
    </dsp:sp>
    <dsp:sp modelId="{8F71435D-1E0D-46BA-AC8F-453B9510B286}">
      <dsp:nvSpPr>
        <dsp:cNvPr id="0" name=""/>
        <dsp:cNvSpPr/>
      </dsp:nvSpPr>
      <dsp:spPr>
        <a:xfrm>
          <a:off x="6023952" y="3176"/>
          <a:ext cx="2230992" cy="13385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+mj-lt"/>
            </a:rPr>
            <a:t>Pasang Gun Burner</a:t>
          </a:r>
          <a:endParaRPr lang="en-ID" sz="1600" kern="1200">
            <a:latin typeface="+mj-lt"/>
          </a:endParaRPr>
        </a:p>
      </dsp:txBody>
      <dsp:txXfrm>
        <a:off x="6023952" y="3176"/>
        <a:ext cx="2230992" cy="1338595"/>
      </dsp:txXfrm>
    </dsp:sp>
    <dsp:sp modelId="{08EB829B-82C0-42AD-B0C7-A6985BB0D1CD}">
      <dsp:nvSpPr>
        <dsp:cNvPr id="0" name=""/>
        <dsp:cNvSpPr/>
      </dsp:nvSpPr>
      <dsp:spPr>
        <a:xfrm>
          <a:off x="1651207" y="1339971"/>
          <a:ext cx="8232361" cy="482528"/>
        </a:xfrm>
        <a:custGeom>
          <a:avLst/>
          <a:gdLst/>
          <a:ahLst/>
          <a:cxnLst/>
          <a:rect l="0" t="0" r="0" b="0"/>
          <a:pathLst>
            <a:path>
              <a:moveTo>
                <a:pt x="8232361" y="0"/>
              </a:moveTo>
              <a:lnTo>
                <a:pt x="8232361" y="258364"/>
              </a:lnTo>
              <a:lnTo>
                <a:pt x="0" y="258364"/>
              </a:lnTo>
              <a:lnTo>
                <a:pt x="0" y="482528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600" kern="1200">
            <a:latin typeface="+mj-lt"/>
          </a:endParaRPr>
        </a:p>
      </dsp:txBody>
      <dsp:txXfrm>
        <a:off x="5561179" y="1578667"/>
        <a:ext cx="412416" cy="5136"/>
      </dsp:txXfrm>
    </dsp:sp>
    <dsp:sp modelId="{09F49694-34EE-4738-BC40-47E14E4262EF}">
      <dsp:nvSpPr>
        <dsp:cNvPr id="0" name=""/>
        <dsp:cNvSpPr/>
      </dsp:nvSpPr>
      <dsp:spPr>
        <a:xfrm>
          <a:off x="8768072" y="3176"/>
          <a:ext cx="2230992" cy="13385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>
              <a:latin typeface="+mj-lt"/>
            </a:rPr>
            <a:t>Crack Open Block Valve Atomizing</a:t>
          </a:r>
        </a:p>
      </dsp:txBody>
      <dsp:txXfrm>
        <a:off x="8768072" y="3176"/>
        <a:ext cx="2230992" cy="1338595"/>
      </dsp:txXfrm>
    </dsp:sp>
    <dsp:sp modelId="{705D4D4B-E733-4ACB-87C6-2DF7CD3FE742}">
      <dsp:nvSpPr>
        <dsp:cNvPr id="0" name=""/>
        <dsp:cNvSpPr/>
      </dsp:nvSpPr>
      <dsp:spPr>
        <a:xfrm>
          <a:off x="2764903" y="2478477"/>
          <a:ext cx="4825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2528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600" kern="1200">
            <a:latin typeface="+mj-lt"/>
          </a:endParaRPr>
        </a:p>
      </dsp:txBody>
      <dsp:txXfrm>
        <a:off x="2993339" y="2521629"/>
        <a:ext cx="25656" cy="5136"/>
      </dsp:txXfrm>
    </dsp:sp>
    <dsp:sp modelId="{20F71A55-C34A-4725-A766-2D73DCD41400}">
      <dsp:nvSpPr>
        <dsp:cNvPr id="0" name=""/>
        <dsp:cNvSpPr/>
      </dsp:nvSpPr>
      <dsp:spPr>
        <a:xfrm>
          <a:off x="535710" y="1854899"/>
          <a:ext cx="2230992" cy="13385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>
              <a:latin typeface="+mj-lt"/>
            </a:rPr>
            <a:t>Infromasikan ke DCS akan start Fuel Oil</a:t>
          </a:r>
        </a:p>
      </dsp:txBody>
      <dsp:txXfrm>
        <a:off x="535710" y="1854899"/>
        <a:ext cx="2230992" cy="1338595"/>
      </dsp:txXfrm>
    </dsp:sp>
    <dsp:sp modelId="{59C3B897-B24A-4B0C-B254-D92AA517A846}">
      <dsp:nvSpPr>
        <dsp:cNvPr id="0" name=""/>
        <dsp:cNvSpPr/>
      </dsp:nvSpPr>
      <dsp:spPr>
        <a:xfrm>
          <a:off x="5509023" y="2478477"/>
          <a:ext cx="4825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2528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600" kern="1200">
            <a:latin typeface="+mj-lt"/>
          </a:endParaRPr>
        </a:p>
      </dsp:txBody>
      <dsp:txXfrm>
        <a:off x="5737459" y="2521629"/>
        <a:ext cx="25656" cy="5136"/>
      </dsp:txXfrm>
    </dsp:sp>
    <dsp:sp modelId="{4C9DFAA7-BB53-4238-BC66-B19D7357B97E}">
      <dsp:nvSpPr>
        <dsp:cNvPr id="0" name=""/>
        <dsp:cNvSpPr/>
      </dsp:nvSpPr>
      <dsp:spPr>
        <a:xfrm>
          <a:off x="3279831" y="1854899"/>
          <a:ext cx="2230992" cy="13385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>
              <a:latin typeface="+mj-lt"/>
            </a:rPr>
            <a:t>Tekan Push Button Start Fuel Oil (Membuka valve Atomizing 52-XY-228/227 &amp;  Oil 52-XV-226/225)</a:t>
          </a:r>
        </a:p>
      </dsp:txBody>
      <dsp:txXfrm>
        <a:off x="3279831" y="1854899"/>
        <a:ext cx="2230992" cy="1338595"/>
      </dsp:txXfrm>
    </dsp:sp>
    <dsp:sp modelId="{3E090443-566B-496A-8135-973B56F487CD}">
      <dsp:nvSpPr>
        <dsp:cNvPr id="0" name=""/>
        <dsp:cNvSpPr/>
      </dsp:nvSpPr>
      <dsp:spPr>
        <a:xfrm>
          <a:off x="8253144" y="2478477"/>
          <a:ext cx="4825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2528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600" kern="1200">
            <a:latin typeface="+mj-lt"/>
          </a:endParaRPr>
        </a:p>
      </dsp:txBody>
      <dsp:txXfrm>
        <a:off x="8481580" y="2521629"/>
        <a:ext cx="25656" cy="5136"/>
      </dsp:txXfrm>
    </dsp:sp>
    <dsp:sp modelId="{51491882-9E99-45EE-93D5-CBBEC3A9901E}">
      <dsp:nvSpPr>
        <dsp:cNvPr id="0" name=""/>
        <dsp:cNvSpPr/>
      </dsp:nvSpPr>
      <dsp:spPr>
        <a:xfrm>
          <a:off x="6023952" y="1854899"/>
          <a:ext cx="2230992" cy="13385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>
              <a:latin typeface="+mj-lt"/>
            </a:rPr>
            <a:t>Pastikan tidak ada kebocoran pada connector Gun Burner</a:t>
          </a:r>
        </a:p>
      </dsp:txBody>
      <dsp:txXfrm>
        <a:off x="6023952" y="1854899"/>
        <a:ext cx="2230992" cy="1338595"/>
      </dsp:txXfrm>
    </dsp:sp>
    <dsp:sp modelId="{1BEF8645-05A6-42CC-932D-BC0638B6B671}">
      <dsp:nvSpPr>
        <dsp:cNvPr id="0" name=""/>
        <dsp:cNvSpPr/>
      </dsp:nvSpPr>
      <dsp:spPr>
        <a:xfrm>
          <a:off x="1651207" y="3191695"/>
          <a:ext cx="8232361" cy="482528"/>
        </a:xfrm>
        <a:custGeom>
          <a:avLst/>
          <a:gdLst/>
          <a:ahLst/>
          <a:cxnLst/>
          <a:rect l="0" t="0" r="0" b="0"/>
          <a:pathLst>
            <a:path>
              <a:moveTo>
                <a:pt x="8232361" y="0"/>
              </a:moveTo>
              <a:lnTo>
                <a:pt x="8232361" y="258364"/>
              </a:lnTo>
              <a:lnTo>
                <a:pt x="0" y="258364"/>
              </a:lnTo>
              <a:lnTo>
                <a:pt x="0" y="482528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600" kern="1200">
            <a:latin typeface="+mj-lt"/>
          </a:endParaRPr>
        </a:p>
      </dsp:txBody>
      <dsp:txXfrm>
        <a:off x="5561179" y="3430391"/>
        <a:ext cx="412416" cy="5136"/>
      </dsp:txXfrm>
    </dsp:sp>
    <dsp:sp modelId="{90D69CBB-55DF-443C-B791-508394D46DDE}">
      <dsp:nvSpPr>
        <dsp:cNvPr id="0" name=""/>
        <dsp:cNvSpPr/>
      </dsp:nvSpPr>
      <dsp:spPr>
        <a:xfrm>
          <a:off x="8768072" y="1854899"/>
          <a:ext cx="2230992" cy="13385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>
              <a:latin typeface="+mj-lt"/>
            </a:rPr>
            <a:t>Buka Block valve Atomizing dan valve Fuel Oil</a:t>
          </a:r>
        </a:p>
      </dsp:txBody>
      <dsp:txXfrm>
        <a:off x="8768072" y="1854899"/>
        <a:ext cx="2230992" cy="1338595"/>
      </dsp:txXfrm>
    </dsp:sp>
    <dsp:sp modelId="{F38E5F25-1190-4BF4-93C6-FFB340132BE2}">
      <dsp:nvSpPr>
        <dsp:cNvPr id="0" name=""/>
        <dsp:cNvSpPr/>
      </dsp:nvSpPr>
      <dsp:spPr>
        <a:xfrm>
          <a:off x="2764903" y="4330201"/>
          <a:ext cx="4825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2528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600" kern="1200">
            <a:latin typeface="+mj-lt"/>
          </a:endParaRPr>
        </a:p>
      </dsp:txBody>
      <dsp:txXfrm>
        <a:off x="2993339" y="4373353"/>
        <a:ext cx="25656" cy="5136"/>
      </dsp:txXfrm>
    </dsp:sp>
    <dsp:sp modelId="{6EF7AAC5-50E3-49E3-9537-C41A00F92DAF}">
      <dsp:nvSpPr>
        <dsp:cNvPr id="0" name=""/>
        <dsp:cNvSpPr/>
      </dsp:nvSpPr>
      <dsp:spPr>
        <a:xfrm>
          <a:off x="535710" y="3706623"/>
          <a:ext cx="2230992" cy="13385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>
              <a:latin typeface="+mj-lt"/>
            </a:rPr>
            <a:t>Informasikan ke DCS akan stop Fuel Gas</a:t>
          </a:r>
        </a:p>
      </dsp:txBody>
      <dsp:txXfrm>
        <a:off x="535710" y="3706623"/>
        <a:ext cx="2230992" cy="1338595"/>
      </dsp:txXfrm>
    </dsp:sp>
    <dsp:sp modelId="{AF8A4C31-A7F8-47F8-BA4B-9D8751B6B7BB}">
      <dsp:nvSpPr>
        <dsp:cNvPr id="0" name=""/>
        <dsp:cNvSpPr/>
      </dsp:nvSpPr>
      <dsp:spPr>
        <a:xfrm>
          <a:off x="5509023" y="4330201"/>
          <a:ext cx="4825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2528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600" kern="1200">
            <a:latin typeface="+mj-lt"/>
          </a:endParaRPr>
        </a:p>
      </dsp:txBody>
      <dsp:txXfrm>
        <a:off x="5737459" y="4373353"/>
        <a:ext cx="25656" cy="5136"/>
      </dsp:txXfrm>
    </dsp:sp>
    <dsp:sp modelId="{BA49F26E-2DB0-49C4-8193-D3EBB7CC8C9E}">
      <dsp:nvSpPr>
        <dsp:cNvPr id="0" name=""/>
        <dsp:cNvSpPr/>
      </dsp:nvSpPr>
      <dsp:spPr>
        <a:xfrm>
          <a:off x="3279831" y="3706623"/>
          <a:ext cx="2230992" cy="13385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>
              <a:latin typeface="+mj-lt"/>
            </a:rPr>
            <a:t>Tekan Push Button Stop Fuel Gas (Menutup  valve Fuel Gas 52-XV-221/223)</a:t>
          </a:r>
        </a:p>
      </dsp:txBody>
      <dsp:txXfrm>
        <a:off x="3279831" y="3706623"/>
        <a:ext cx="2230992" cy="1338595"/>
      </dsp:txXfrm>
    </dsp:sp>
    <dsp:sp modelId="{4789D7E3-6391-43CE-AD24-AAFFBC94ED54}">
      <dsp:nvSpPr>
        <dsp:cNvPr id="0" name=""/>
        <dsp:cNvSpPr/>
      </dsp:nvSpPr>
      <dsp:spPr>
        <a:xfrm>
          <a:off x="6023952" y="3706623"/>
          <a:ext cx="2230992" cy="13385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>
              <a:latin typeface="+mj-lt"/>
            </a:rPr>
            <a:t>Tutup Block Valve Fuel Gas</a:t>
          </a:r>
        </a:p>
      </dsp:txBody>
      <dsp:txXfrm>
        <a:off x="6023952" y="3706623"/>
        <a:ext cx="2230992" cy="13385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A4ED-757A-7196-D653-B2F4B669F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79936-489C-D6EB-FC2E-013C5D8B11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E8CF9-FED7-6EE8-E8F3-5744FBB4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12CD-7625-4AA1-8F94-735623CB00A4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326FF-3BEA-1D10-BFA0-2A742EA3F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90993-B423-F3E4-EF84-51ECCD1A3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31B9-03F1-4376-8812-B4E6BC8066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6324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B9B66-26B2-B08B-6F46-FD45C2B9E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0AB72-9084-FB75-FF98-565FD9B84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18BC6-52FD-67BF-326D-EAEE368B6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12CD-7625-4AA1-8F94-735623CB00A4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F4A2D-9A2E-4783-3F07-C76C85510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5C810-2A6D-0209-8757-DA1A5494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31B9-03F1-4376-8812-B4E6BC8066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0747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F893-E954-7310-E45A-C50A5A22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C2815-AB33-F3E2-BC54-EBEFC3802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1D1B6-E73A-0CAF-D744-3402068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12CD-7625-4AA1-8F94-735623CB00A4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D1FC6-781D-707B-4A56-53FCA0D3D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BE49F-98A8-5438-4D75-51C1B2B1E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31B9-03F1-4376-8812-B4E6BC8066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4235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3604E-6F4A-6135-3204-86D82312A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453F7-CF9D-03C2-46D2-8C35C12C7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6A3C-3C9C-F426-E81E-F94206257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68DC8-9F42-D212-5E14-D1F17C964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12CD-7625-4AA1-8F94-735623CB00A4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A6FE3-57C3-26F4-E0AE-B34D08D7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681EC-1EE3-E836-C1B1-0F930A2C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31B9-03F1-4376-8812-B4E6BC8066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9109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BB773-7F2B-D7C0-47CE-C8A1E5A6F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54FC9-1B61-D9E5-A845-B010A2DC3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65D36-80DC-0E38-E125-A275BD1B1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230B91-0E06-113F-9225-134AB8E409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2C13F8-FF3D-45BF-13B2-EA297EF63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A55C64-B4ED-027E-D058-E5B63F2E6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12CD-7625-4AA1-8F94-735623CB00A4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D8DFD5-6D28-72D0-C8A9-3156339C4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9E2BE9-F621-89B7-BAD3-1DDE3023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31B9-03F1-4376-8812-B4E6BC8066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6122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ADE8F-D2E7-52C9-B168-75BF72A98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7E118E-81D0-9D02-4E75-864734282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12CD-7625-4AA1-8F94-735623CB00A4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421C8-A16C-C04E-6629-ECE95623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54EC59-A31D-DA68-9731-A72D76320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31B9-03F1-4376-8812-B4E6BC8066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7688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7D19A1-DA38-2722-B1D4-54694DE1B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12CD-7625-4AA1-8F94-735623CB00A4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B3E2E1-3CF6-AEAC-4D68-CD0735FEE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7639F-1DE5-1640-C0FE-987FEA8A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31B9-03F1-4376-8812-B4E6BC8066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78879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175A-8724-C7FF-5BB1-47779E7B0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161F4-EC7F-823D-6F26-5F8CBE301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E2F39-4A00-9275-952F-2D13F2E23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EDE99-31B7-B168-E930-EEAB11AA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12CD-7625-4AA1-8F94-735623CB00A4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3BE11-2315-C6DB-7BE5-22E5ADAC1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7AA06-7E53-B53F-4FAD-EE19C0F53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31B9-03F1-4376-8812-B4E6BC8066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6248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6CC4-C5CE-09E1-0B86-A75DB5107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7E808-1AC0-5EB0-F891-FE7D2D4D52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9829E2-4553-713C-2E5F-8270DA3DC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785E2-1751-B37C-8210-71EE58B80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12CD-7625-4AA1-8F94-735623CB00A4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FAF18-EBB9-E963-E8EF-CE5F9C543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BDEC8-59E3-607D-943B-C659E81E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31B9-03F1-4376-8812-B4E6BC8066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76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3AE5B-4BB3-0F36-6B8C-C105552F9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D51E1-4257-8BE6-3B92-598FD150F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04BC0-E524-94B9-EAD4-0BBCF13E8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12CD-7625-4AA1-8F94-735623CB00A4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AE602-4A60-EEF6-AB55-7ECBD2D4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8188F-BCA3-6EE1-D69E-FD96D5256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31B9-03F1-4376-8812-B4E6BC8066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6532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67115F-35EB-2D0A-E67F-8E2A1E86BC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5DDCDB-B00E-845A-3B69-039E6BDFC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D64A5-0505-DE9C-277A-EE65D5411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12CD-7625-4AA1-8F94-735623CB00A4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A0C53-D27A-C417-CCDB-E6568E433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8A7F3-FF2C-91EB-8171-B53D4989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31B9-03F1-4376-8812-B4E6BC8066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2436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DF7998-13E8-5146-6E47-4ED4E0134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D68D9-F81C-5328-7AB5-24FB08897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2F6F9-BCC1-A172-AFBD-F1DC2FF93B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512CD-7625-4AA1-8F94-735623CB00A4}" type="datetimeFigureOut">
              <a:rPr lang="en-ID" smtClean="0"/>
              <a:t>20/11/2025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24E19-8683-F5DC-91A8-9532A32606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13BED-8885-6888-CB00-B9DBE15FD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331B9-03F1-4376-8812-B4E6BC8066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072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B17C0E-1E5F-89B7-ACC5-1C0FD5C2E5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67"/>
          <a:stretch>
            <a:fillRect/>
          </a:stretch>
        </p:blipFill>
        <p:spPr>
          <a:xfrm>
            <a:off x="2166257" y="0"/>
            <a:ext cx="1002574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A76F71-5295-715F-642A-A6DEF2AB0E10}"/>
              </a:ext>
            </a:extLst>
          </p:cNvPr>
          <p:cNvSpPr txBox="1">
            <a:spLocks/>
          </p:cNvSpPr>
          <p:nvPr/>
        </p:nvSpPr>
        <p:spPr>
          <a:xfrm>
            <a:off x="762871" y="2337200"/>
            <a:ext cx="5673789" cy="1877437"/>
          </a:xfrm>
          <a:prstGeom prst="rect">
            <a:avLst/>
          </a:prstGeom>
          <a:noFill/>
          <a:effectLst>
            <a:outerShdw blurRad="50800" dist="50800" dir="5400000" sx="200000" sy="200000" algn="ctr" rotWithShape="0">
              <a:srgbClr val="000000">
                <a:alpha val="43137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en-US" sz="4000" b="1" dirty="0">
                <a:ln w="0"/>
                <a:solidFill>
                  <a:srgbClr val="000066"/>
                </a:solidFill>
                <a:effectLst>
                  <a:outerShdw blurRad="508000" dist="152400" dir="2700000" algn="tl" rotWithShape="0">
                    <a:schemeClr val="bg1">
                      <a:alpha val="43000"/>
                    </a:schemeClr>
                  </a:outerShdw>
                </a:effectLst>
                <a:latin typeface="+mj-lt"/>
                <a:cs typeface="Arial" panose="020B0604020202020204" pitchFamily="34" charset="0"/>
              </a:rPr>
              <a:t>BOILER</a:t>
            </a:r>
          </a:p>
          <a:p>
            <a:r>
              <a:rPr lang="en-US" sz="6000" b="1" dirty="0">
                <a:ln w="0"/>
                <a:solidFill>
                  <a:srgbClr val="000066"/>
                </a:solidFill>
                <a:effectLst>
                  <a:outerShdw blurRad="508000" dist="152400" dir="2700000" algn="tl" rotWithShape="0">
                    <a:schemeClr val="bg1">
                      <a:alpha val="43000"/>
                    </a:schemeClr>
                  </a:outerShdw>
                </a:effectLst>
                <a:latin typeface="+mj-lt"/>
                <a:cs typeface="Arial" panose="020B0604020202020204" pitchFamily="34" charset="0"/>
              </a:rPr>
              <a:t>RU VI </a:t>
            </a:r>
            <a:r>
              <a:rPr lang="en-US" sz="6000" b="1" dirty="0" err="1">
                <a:ln w="0"/>
                <a:solidFill>
                  <a:srgbClr val="000066"/>
                </a:solidFill>
                <a:effectLst>
                  <a:outerShdw blurRad="508000" dist="152400" dir="2700000" algn="tl" rotWithShape="0">
                    <a:schemeClr val="bg1">
                      <a:alpha val="43000"/>
                    </a:schemeClr>
                  </a:outerShdw>
                </a:effectLst>
                <a:latin typeface="+mj-lt"/>
                <a:cs typeface="Arial" panose="020B0604020202020204" pitchFamily="34" charset="0"/>
              </a:rPr>
              <a:t>BALONGAN</a:t>
            </a:r>
            <a:endParaRPr lang="en-US" sz="2800" b="1" dirty="0">
              <a:ln w="0"/>
              <a:solidFill>
                <a:srgbClr val="000066"/>
              </a:solidFill>
              <a:effectLst>
                <a:outerShdw blurRad="508000" dist="152400" dir="2700000" algn="tl" rotWithShape="0">
                  <a:schemeClr val="bg1">
                    <a:alpha val="43000"/>
                  </a:schemeClr>
                </a:outerShdw>
              </a:effectLst>
              <a:latin typeface="+mj-lt"/>
              <a:cs typeface="Arial" panose="020B0604020202020204" pitchFamily="34" charset="0"/>
            </a:endParaRPr>
          </a:p>
          <a:p>
            <a:r>
              <a:rPr lang="en-US" sz="1600" b="1" dirty="0">
                <a:ln w="0"/>
                <a:solidFill>
                  <a:srgbClr val="000066"/>
                </a:solidFill>
                <a:effectLst>
                  <a:outerShdw blurRad="508000" dist="152400" dir="2700000" algn="tl" rotWithShape="0">
                    <a:schemeClr val="bg1">
                      <a:alpha val="43000"/>
                    </a:schemeClr>
                  </a:outerShdw>
                </a:effectLst>
                <a:latin typeface="+mj-lt"/>
                <a:cs typeface="Arial" panose="020B0604020202020204" pitchFamily="34" charset="0"/>
              </a:rPr>
              <a:t> Yusuf Firmansyah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D3771B-EF58-8DD1-2113-CF179A5FBE3A}"/>
              </a:ext>
            </a:extLst>
          </p:cNvPr>
          <p:cNvSpPr/>
          <p:nvPr/>
        </p:nvSpPr>
        <p:spPr>
          <a:xfrm>
            <a:off x="0" y="6210300"/>
            <a:ext cx="2247899" cy="647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35006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8352E-ABF4-3E50-3D4E-4E54E9851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4646" y="801189"/>
            <a:ext cx="4804954" cy="889499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INTRODUCTION </a:t>
            </a:r>
            <a:endParaRPr lang="en-ID" sz="5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D72327-E7BC-D2A5-6513-B58468184358}"/>
              </a:ext>
            </a:extLst>
          </p:cNvPr>
          <p:cNvSpPr txBox="1"/>
          <p:nvPr/>
        </p:nvSpPr>
        <p:spPr>
          <a:xfrm>
            <a:off x="557349" y="2480995"/>
            <a:ext cx="498130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000" b="1" i="0" dirty="0">
                <a:solidFill>
                  <a:srgbClr val="131523"/>
                </a:solidFill>
                <a:effectLst/>
                <a:latin typeface="Inter"/>
              </a:rPr>
              <a:t>Boiler </a:t>
            </a:r>
            <a:r>
              <a:rPr lang="en-ID" sz="2000" dirty="0">
                <a:solidFill>
                  <a:srgbClr val="131523"/>
                </a:solidFill>
                <a:latin typeface="Inter"/>
              </a:rPr>
              <a:t>— </a:t>
            </a:r>
            <a:r>
              <a:rPr lang="en-ID" sz="2000" dirty="0" err="1">
                <a:solidFill>
                  <a:srgbClr val="131523"/>
                </a:solidFill>
                <a:latin typeface="Inter"/>
              </a:rPr>
              <a:t>Perangkat</a:t>
            </a:r>
            <a:r>
              <a:rPr lang="en-ID" sz="2000" dirty="0">
                <a:solidFill>
                  <a:srgbClr val="131523"/>
                </a:solidFill>
                <a:latin typeface="Inter"/>
              </a:rPr>
              <a:t> yang </a:t>
            </a:r>
            <a:r>
              <a:rPr lang="en-ID" sz="2000" dirty="0" err="1">
                <a:solidFill>
                  <a:srgbClr val="131523"/>
                </a:solidFill>
                <a:latin typeface="Inter"/>
              </a:rPr>
              <a:t>berfungsi</a:t>
            </a:r>
            <a:r>
              <a:rPr lang="en-ID" sz="2000" dirty="0">
                <a:solidFill>
                  <a:srgbClr val="131523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31523"/>
                </a:solidFill>
                <a:latin typeface="Inter"/>
              </a:rPr>
              <a:t>mengubah</a:t>
            </a:r>
            <a:r>
              <a:rPr lang="en-ID" sz="2000" dirty="0">
                <a:solidFill>
                  <a:srgbClr val="131523"/>
                </a:solidFill>
                <a:latin typeface="Inter"/>
              </a:rPr>
              <a:t> air </a:t>
            </a:r>
            <a:r>
              <a:rPr lang="en-ID" sz="2000" dirty="0" err="1">
                <a:solidFill>
                  <a:srgbClr val="131523"/>
                </a:solidFill>
                <a:latin typeface="Inter"/>
              </a:rPr>
              <a:t>menjadi</a:t>
            </a:r>
            <a:r>
              <a:rPr lang="en-ID" sz="2000" dirty="0">
                <a:solidFill>
                  <a:srgbClr val="131523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31523"/>
                </a:solidFill>
                <a:latin typeface="Inter"/>
              </a:rPr>
              <a:t>uap</a:t>
            </a:r>
            <a:r>
              <a:rPr lang="en-ID" sz="2000" dirty="0">
                <a:solidFill>
                  <a:srgbClr val="131523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31523"/>
                </a:solidFill>
                <a:latin typeface="Inter"/>
              </a:rPr>
              <a:t>dengan</a:t>
            </a:r>
            <a:r>
              <a:rPr lang="en-ID" sz="2000" dirty="0">
                <a:solidFill>
                  <a:srgbClr val="131523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31523"/>
                </a:solidFill>
                <a:latin typeface="Inter"/>
              </a:rPr>
              <a:t>memanfaatkan</a:t>
            </a:r>
            <a:r>
              <a:rPr lang="en-ID" sz="2000" dirty="0">
                <a:solidFill>
                  <a:srgbClr val="131523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31523"/>
                </a:solidFill>
                <a:latin typeface="Inter"/>
              </a:rPr>
              <a:t>panas</a:t>
            </a:r>
            <a:r>
              <a:rPr lang="en-ID" sz="2000" dirty="0">
                <a:solidFill>
                  <a:srgbClr val="131523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31523"/>
                </a:solidFill>
                <a:latin typeface="Inter"/>
              </a:rPr>
              <a:t>dari</a:t>
            </a:r>
            <a:r>
              <a:rPr lang="en-ID" sz="2000" dirty="0">
                <a:solidFill>
                  <a:srgbClr val="131523"/>
                </a:solidFill>
                <a:latin typeface="Inter"/>
              </a:rPr>
              <a:t> proses </a:t>
            </a:r>
            <a:r>
              <a:rPr lang="en-ID" sz="2000" dirty="0" err="1">
                <a:solidFill>
                  <a:srgbClr val="131523"/>
                </a:solidFill>
                <a:latin typeface="Inter"/>
              </a:rPr>
              <a:t>pembakaran</a:t>
            </a:r>
            <a:r>
              <a:rPr lang="en-ID" sz="2000" dirty="0">
                <a:solidFill>
                  <a:srgbClr val="131523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31523"/>
                </a:solidFill>
                <a:latin typeface="Inter"/>
              </a:rPr>
              <a:t>untuk</a:t>
            </a:r>
            <a:r>
              <a:rPr lang="en-ID" sz="2000" dirty="0">
                <a:solidFill>
                  <a:srgbClr val="131523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31523"/>
                </a:solidFill>
                <a:latin typeface="Inter"/>
              </a:rPr>
              <a:t>digunakan</a:t>
            </a:r>
            <a:r>
              <a:rPr lang="en-ID" sz="2000" dirty="0">
                <a:solidFill>
                  <a:srgbClr val="131523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31523"/>
                </a:solidFill>
                <a:latin typeface="Inter"/>
              </a:rPr>
              <a:t>dalam</a:t>
            </a:r>
            <a:r>
              <a:rPr lang="en-ID" sz="2000" dirty="0">
                <a:solidFill>
                  <a:srgbClr val="131523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31523"/>
                </a:solidFill>
                <a:latin typeface="Inter"/>
              </a:rPr>
              <a:t>berbagai</a:t>
            </a:r>
            <a:r>
              <a:rPr lang="en-ID" sz="2000" dirty="0">
                <a:solidFill>
                  <a:srgbClr val="131523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31523"/>
                </a:solidFill>
                <a:latin typeface="Inter"/>
              </a:rPr>
              <a:t>kebutuhan</a:t>
            </a:r>
            <a:r>
              <a:rPr lang="en-ID" sz="2000" dirty="0">
                <a:solidFill>
                  <a:srgbClr val="131523"/>
                </a:solidFill>
                <a:latin typeface="Inter"/>
              </a:rPr>
              <a:t> </a:t>
            </a:r>
            <a:r>
              <a:rPr lang="en-ID" sz="2000" dirty="0" err="1">
                <a:solidFill>
                  <a:srgbClr val="131523"/>
                </a:solidFill>
                <a:latin typeface="Inter"/>
              </a:rPr>
              <a:t>industri</a:t>
            </a:r>
            <a:r>
              <a:rPr lang="en-ID" sz="2000" dirty="0">
                <a:solidFill>
                  <a:srgbClr val="131523"/>
                </a:solidFill>
                <a:latin typeface="Inter"/>
              </a:rPr>
              <a:t>.</a:t>
            </a:r>
          </a:p>
          <a:p>
            <a:pPr algn="just"/>
            <a:endParaRPr lang="en-ID" sz="2000" b="1" i="0" dirty="0">
              <a:solidFill>
                <a:srgbClr val="131523"/>
              </a:solidFill>
              <a:effectLst/>
              <a:latin typeface="Inter"/>
            </a:endParaRPr>
          </a:p>
          <a:p>
            <a:pPr algn="just"/>
            <a:r>
              <a:rPr lang="en-ID" sz="2000" b="1" i="0" dirty="0" err="1">
                <a:solidFill>
                  <a:srgbClr val="131523"/>
                </a:solidFill>
                <a:effectLst/>
                <a:latin typeface="Inter"/>
              </a:rPr>
              <a:t>Fungsi</a:t>
            </a:r>
            <a:r>
              <a:rPr lang="en-ID" sz="2000" b="1" i="0" dirty="0">
                <a:solidFill>
                  <a:srgbClr val="131523"/>
                </a:solidFill>
                <a:effectLst/>
                <a:latin typeface="Inter"/>
              </a:rPr>
              <a:t> </a:t>
            </a:r>
            <a:r>
              <a:rPr lang="en-ID" sz="2000" b="1" i="0" dirty="0" err="1">
                <a:solidFill>
                  <a:srgbClr val="131523"/>
                </a:solidFill>
                <a:effectLst/>
                <a:latin typeface="Inter"/>
              </a:rPr>
              <a:t>utama</a:t>
            </a:r>
            <a:r>
              <a:rPr lang="en-ID" sz="2000" b="0" i="0" dirty="0">
                <a:solidFill>
                  <a:srgbClr val="131523"/>
                </a:solidFill>
                <a:effectLst/>
                <a:latin typeface="Inter"/>
              </a:rPr>
              <a:t> — </a:t>
            </a:r>
            <a:r>
              <a:rPr lang="en-ID" sz="2000" b="0" i="0" dirty="0" err="1">
                <a:solidFill>
                  <a:srgbClr val="131523"/>
                </a:solidFill>
                <a:effectLst/>
                <a:latin typeface="Inter"/>
              </a:rPr>
              <a:t>Menghasilkan</a:t>
            </a:r>
            <a:r>
              <a:rPr lang="en-ID" sz="2000" b="0" i="0" dirty="0">
                <a:solidFill>
                  <a:srgbClr val="131523"/>
                </a:solidFill>
                <a:effectLst/>
                <a:latin typeface="Inter"/>
              </a:rPr>
              <a:t> </a:t>
            </a:r>
            <a:r>
              <a:rPr lang="en-ID" sz="2000" b="0" i="0" dirty="0" err="1">
                <a:solidFill>
                  <a:srgbClr val="131523"/>
                </a:solidFill>
                <a:effectLst/>
                <a:latin typeface="Inter"/>
              </a:rPr>
              <a:t>uap</a:t>
            </a:r>
            <a:r>
              <a:rPr lang="en-ID" sz="2000" b="0" i="0" dirty="0">
                <a:solidFill>
                  <a:srgbClr val="131523"/>
                </a:solidFill>
                <a:effectLst/>
                <a:latin typeface="Inter"/>
              </a:rPr>
              <a:t> </a:t>
            </a:r>
            <a:r>
              <a:rPr lang="en-ID" sz="2000" b="0" i="0" dirty="0" err="1">
                <a:solidFill>
                  <a:srgbClr val="131523"/>
                </a:solidFill>
                <a:effectLst/>
                <a:latin typeface="Inter"/>
              </a:rPr>
              <a:t>untuk</a:t>
            </a:r>
            <a:r>
              <a:rPr lang="en-ID" sz="2000" b="0" i="0" dirty="0">
                <a:solidFill>
                  <a:srgbClr val="131523"/>
                </a:solidFill>
                <a:effectLst/>
                <a:latin typeface="Inter"/>
              </a:rPr>
              <a:t> proses </a:t>
            </a:r>
            <a:r>
              <a:rPr lang="en-ID" sz="2000" b="0" i="0" dirty="0" err="1">
                <a:solidFill>
                  <a:srgbClr val="131523"/>
                </a:solidFill>
                <a:effectLst/>
                <a:latin typeface="Inter"/>
              </a:rPr>
              <a:t>industri</a:t>
            </a:r>
            <a:r>
              <a:rPr lang="en-ID" sz="2000" b="0" i="0" dirty="0">
                <a:solidFill>
                  <a:srgbClr val="131523"/>
                </a:solidFill>
                <a:effectLst/>
                <a:latin typeface="Inter"/>
              </a:rPr>
              <a:t>, </a:t>
            </a:r>
            <a:r>
              <a:rPr lang="en-ID" sz="2000" b="0" i="0" dirty="0" err="1">
                <a:solidFill>
                  <a:srgbClr val="131523"/>
                </a:solidFill>
                <a:effectLst/>
                <a:latin typeface="Inter"/>
              </a:rPr>
              <a:t>pemanasan</a:t>
            </a:r>
            <a:r>
              <a:rPr lang="en-ID" sz="2000" b="0" i="0" dirty="0">
                <a:solidFill>
                  <a:srgbClr val="131523"/>
                </a:solidFill>
                <a:effectLst/>
                <a:latin typeface="Inter"/>
              </a:rPr>
              <a:t>, </a:t>
            </a:r>
            <a:r>
              <a:rPr lang="en-ID" sz="2000" b="0" i="0" dirty="0" err="1">
                <a:solidFill>
                  <a:srgbClr val="131523"/>
                </a:solidFill>
                <a:effectLst/>
                <a:latin typeface="Inter"/>
              </a:rPr>
              <a:t>penggerak</a:t>
            </a:r>
            <a:r>
              <a:rPr lang="en-ID" sz="2000" b="0" i="0" dirty="0">
                <a:solidFill>
                  <a:srgbClr val="131523"/>
                </a:solidFill>
                <a:effectLst/>
                <a:latin typeface="Inter"/>
              </a:rPr>
              <a:t> </a:t>
            </a:r>
            <a:r>
              <a:rPr lang="en-ID" sz="2000" b="0" i="0" dirty="0" err="1">
                <a:solidFill>
                  <a:srgbClr val="131523"/>
                </a:solidFill>
                <a:effectLst/>
                <a:latin typeface="Inter"/>
              </a:rPr>
              <a:t>turbin</a:t>
            </a:r>
            <a:r>
              <a:rPr lang="en-ID" sz="2000" b="0" i="0" dirty="0">
                <a:solidFill>
                  <a:srgbClr val="131523"/>
                </a:solidFill>
                <a:effectLst/>
                <a:latin typeface="Inter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498470-7E8E-5BDB-EF06-07A9FF2CEB66}"/>
              </a:ext>
            </a:extLst>
          </p:cNvPr>
          <p:cNvSpPr txBox="1"/>
          <p:nvPr/>
        </p:nvSpPr>
        <p:spPr>
          <a:xfrm>
            <a:off x="6914606" y="2455817"/>
            <a:ext cx="417140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Spesifikasi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6 Boiler Existing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3 Boiler </a:t>
            </a:r>
            <a:r>
              <a:rPr lang="en-US" sz="2000" dirty="0" err="1"/>
              <a:t>OSBL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Boiler Type 	 : Water Tube Boiler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Fuel Type 	 : Gas and/or Oil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Combustion Air   : Force Draft Fan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Steam Temp 	 : 380 </a:t>
            </a:r>
            <a:r>
              <a:rPr lang="en-US" sz="2000" baseline="30000" dirty="0"/>
              <a:t>O</a:t>
            </a:r>
            <a:r>
              <a:rPr lang="en-US" sz="2000" dirty="0"/>
              <a:t>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Steam Pressure   : 43 kg/</a:t>
            </a:r>
            <a:r>
              <a:rPr lang="en-US" sz="2000" dirty="0" err="1"/>
              <a:t>cm</a:t>
            </a:r>
            <a:r>
              <a:rPr lang="en-US" sz="2000" baseline="30000" dirty="0" err="1"/>
              <a:t>2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Steam Flow Max : 115 t/h</a:t>
            </a:r>
          </a:p>
        </p:txBody>
      </p:sp>
    </p:spTree>
    <p:extLst>
      <p:ext uri="{BB962C8B-B14F-4D97-AF65-F5344CB8AC3E}">
        <p14:creationId xmlns:p14="http://schemas.microsoft.com/office/powerpoint/2010/main" val="2899021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B34AC-03B8-2FAD-DFCC-3F3BD6E46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1025"/>
            <a:ext cx="10515600" cy="1109663"/>
          </a:xfrm>
        </p:spPr>
        <p:txBody>
          <a:bodyPr/>
          <a:lstStyle/>
          <a:p>
            <a:pPr algn="ctr"/>
            <a:r>
              <a:rPr lang="en-US" b="1" dirty="0"/>
              <a:t>ACTIVITIES</a:t>
            </a:r>
            <a:endParaRPr lang="en-ID" b="1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1F4F719-2399-594B-2399-7730534F72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6001660"/>
              </p:ext>
            </p:extLst>
          </p:nvPr>
        </p:nvGraphicFramePr>
        <p:xfrm>
          <a:off x="2473234" y="2368730"/>
          <a:ext cx="7245531" cy="2995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0318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B58460-2806-5FFD-DC5C-158986D52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6276"/>
            <a:ext cx="10515600" cy="876154"/>
          </a:xfrm>
        </p:spPr>
        <p:txBody>
          <a:bodyPr/>
          <a:lstStyle/>
          <a:p>
            <a:pPr algn="ctr"/>
            <a:r>
              <a:rPr lang="en-US" b="1" dirty="0"/>
              <a:t>CHANGE FUEL </a:t>
            </a:r>
            <a:r>
              <a:rPr lang="en-US" b="1" dirty="0">
                <a:solidFill>
                  <a:srgbClr val="FF0000"/>
                </a:solidFill>
              </a:rPr>
              <a:t>OIL </a:t>
            </a:r>
            <a:r>
              <a:rPr lang="en-US" b="1" dirty="0"/>
              <a:t>TO FUEL </a:t>
            </a:r>
            <a:r>
              <a:rPr lang="en-US" b="1" dirty="0">
                <a:solidFill>
                  <a:srgbClr val="FF0000"/>
                </a:solidFill>
              </a:rPr>
              <a:t>GAS</a:t>
            </a:r>
            <a:endParaRPr lang="en-ID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3A99A9D-502F-98CE-9F59-5BB5714AC8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6511338"/>
              </p:ext>
            </p:extLst>
          </p:nvPr>
        </p:nvGraphicFramePr>
        <p:xfrm>
          <a:off x="333375" y="1552430"/>
          <a:ext cx="11525250" cy="5096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859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65ABD-B118-4236-5750-AE50F7885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604E91DD-54CE-80B8-F5B3-BBD235050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6276"/>
            <a:ext cx="10515600" cy="876154"/>
          </a:xfrm>
        </p:spPr>
        <p:txBody>
          <a:bodyPr/>
          <a:lstStyle/>
          <a:p>
            <a:pPr algn="ctr"/>
            <a:r>
              <a:rPr lang="en-US" b="1" dirty="0"/>
              <a:t>CHANGE FUEL </a:t>
            </a:r>
            <a:r>
              <a:rPr lang="en-US" b="1" dirty="0">
                <a:solidFill>
                  <a:srgbClr val="FF0000"/>
                </a:solidFill>
              </a:rPr>
              <a:t>GAS </a:t>
            </a:r>
            <a:r>
              <a:rPr lang="en-US" b="1" dirty="0"/>
              <a:t>TO FUEL </a:t>
            </a:r>
            <a:r>
              <a:rPr lang="en-US" b="1" dirty="0">
                <a:solidFill>
                  <a:srgbClr val="FF0000"/>
                </a:solidFill>
              </a:rPr>
              <a:t>OIL</a:t>
            </a:r>
            <a:endParaRPr lang="en-ID" b="1" dirty="0">
              <a:solidFill>
                <a:srgbClr val="FF0000"/>
              </a:solidFill>
            </a:endParaRP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42F58B3B-9B16-453A-96CA-CB8F3E41B7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7165727"/>
              </p:ext>
            </p:extLst>
          </p:nvPr>
        </p:nvGraphicFramePr>
        <p:xfrm>
          <a:off x="333375" y="1552430"/>
          <a:ext cx="11534776" cy="5048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0235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5C768-D713-036D-CFB1-0CA1C9CE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2E36DA-EF9F-D0C9-F278-9ACBED4D2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10515600" cy="1081088"/>
          </a:xfrm>
        </p:spPr>
        <p:txBody>
          <a:bodyPr/>
          <a:lstStyle/>
          <a:p>
            <a:pPr algn="ctr"/>
            <a:r>
              <a:rPr lang="en-US" b="1" dirty="0"/>
              <a:t>OPERATION </a:t>
            </a:r>
            <a:r>
              <a:rPr lang="en-US" b="1" dirty="0">
                <a:solidFill>
                  <a:srgbClr val="FF0000"/>
                </a:solidFill>
              </a:rPr>
              <a:t>SOOT BLOWER</a:t>
            </a:r>
            <a:endParaRPr lang="en-ID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C48C1F-BD3F-FDE2-E44E-1BAB81F0A13D}"/>
              </a:ext>
            </a:extLst>
          </p:cNvPr>
          <p:cNvSpPr txBox="1"/>
          <p:nvPr/>
        </p:nvSpPr>
        <p:spPr>
          <a:xfrm>
            <a:off x="3114675" y="2243137"/>
            <a:ext cx="5334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Tinggal </a:t>
            </a:r>
            <a:r>
              <a:rPr lang="en-US" dirty="0" err="1"/>
              <a:t>klik</a:t>
            </a:r>
            <a:r>
              <a:rPr lang="en-US" dirty="0"/>
              <a:t> Start</a:t>
            </a:r>
            <a:r>
              <a:rPr lang="en-ID" dirty="0"/>
              <a:t> Sequence</a:t>
            </a:r>
          </a:p>
          <a:p>
            <a:r>
              <a:rPr lang="en-ID" dirty="0" err="1"/>
              <a:t>Terdapat</a:t>
            </a:r>
            <a:r>
              <a:rPr lang="en-ID" dirty="0"/>
              <a:t> 3 </a:t>
            </a:r>
            <a:r>
              <a:rPr lang="en-ID" dirty="0" err="1"/>
              <a:t>Posisi</a:t>
            </a:r>
            <a:r>
              <a:rPr lang="en-ID" dirty="0"/>
              <a:t> Soot Blower</a:t>
            </a:r>
          </a:p>
          <a:p>
            <a:r>
              <a:rPr lang="en-ID" dirty="0"/>
              <a:t>1,2 	</a:t>
            </a:r>
            <a:r>
              <a:rPr lang="en-ID" dirty="0" err="1"/>
              <a:t>untuk</a:t>
            </a:r>
            <a:r>
              <a:rPr lang="en-ID" dirty="0"/>
              <a:t> Superheated Steam</a:t>
            </a:r>
          </a:p>
          <a:p>
            <a:r>
              <a:rPr lang="en-ID" dirty="0"/>
              <a:t>3,4,5,6 	</a:t>
            </a:r>
            <a:r>
              <a:rPr lang="en-ID" dirty="0" err="1"/>
              <a:t>untuk</a:t>
            </a:r>
            <a:r>
              <a:rPr lang="en-ID" dirty="0"/>
              <a:t> Water Wall</a:t>
            </a:r>
          </a:p>
          <a:p>
            <a:r>
              <a:rPr lang="en-ID" dirty="0"/>
              <a:t>7,8,9,10 	</a:t>
            </a:r>
            <a:r>
              <a:rPr lang="en-ID" dirty="0" err="1"/>
              <a:t>untuk</a:t>
            </a:r>
            <a:r>
              <a:rPr lang="en-ID" dirty="0"/>
              <a:t> Economizer</a:t>
            </a:r>
          </a:p>
          <a:p>
            <a:endParaRPr lang="en-ID" dirty="0"/>
          </a:p>
          <a:p>
            <a:r>
              <a:rPr lang="en-ID" dirty="0">
                <a:highlight>
                  <a:srgbClr val="FFFF00"/>
                </a:highlight>
              </a:rPr>
              <a:t>To Do</a:t>
            </a:r>
          </a:p>
          <a:p>
            <a:r>
              <a:rPr lang="en-ID" dirty="0">
                <a:highlight>
                  <a:srgbClr val="FFFF00"/>
                </a:highlight>
              </a:rPr>
              <a:t>1. </a:t>
            </a:r>
            <a:r>
              <a:rPr lang="en-ID" dirty="0" err="1">
                <a:highlight>
                  <a:srgbClr val="FFFF00"/>
                </a:highlight>
              </a:rPr>
              <a:t>Bagaimana</a:t>
            </a:r>
            <a:r>
              <a:rPr lang="en-ID" dirty="0">
                <a:highlight>
                  <a:srgbClr val="FFFF00"/>
                </a:highlight>
              </a:rPr>
              <a:t> Proses Soot Blower (Drain, Heating, Spraying </a:t>
            </a:r>
            <a:r>
              <a:rPr lang="en-ID" dirty="0" err="1">
                <a:highlight>
                  <a:srgbClr val="FFFF00"/>
                </a:highlight>
              </a:rPr>
              <a:t>dll</a:t>
            </a:r>
            <a:r>
              <a:rPr lang="en-ID" dirty="0">
                <a:highlight>
                  <a:srgbClr val="FFFF00"/>
                </a:highlight>
              </a:rPr>
              <a:t>)</a:t>
            </a:r>
          </a:p>
          <a:p>
            <a:r>
              <a:rPr lang="en-ID" dirty="0">
                <a:highlight>
                  <a:srgbClr val="FFFF00"/>
                </a:highlight>
              </a:rPr>
              <a:t>2. </a:t>
            </a:r>
            <a:r>
              <a:rPr lang="en-ID" dirty="0" err="1">
                <a:highlight>
                  <a:srgbClr val="FFFF00"/>
                </a:highlight>
              </a:rPr>
              <a:t>Terdapat</a:t>
            </a:r>
            <a:r>
              <a:rPr lang="en-ID" dirty="0">
                <a:highlight>
                  <a:srgbClr val="FFFF00"/>
                </a:highlight>
              </a:rPr>
              <a:t> </a:t>
            </a:r>
            <a:r>
              <a:rPr lang="en-ID" dirty="0" err="1">
                <a:highlight>
                  <a:srgbClr val="FFFF00"/>
                </a:highlight>
              </a:rPr>
              <a:t>permasalahan</a:t>
            </a:r>
            <a:r>
              <a:rPr lang="en-ID" dirty="0">
                <a:highlight>
                  <a:srgbClr val="FFFF00"/>
                </a:highlight>
              </a:rPr>
              <a:t> SB 6 Failed To Start (Done cause Alarm Reset) (</a:t>
            </a:r>
            <a:r>
              <a:rPr lang="en-ID" dirty="0" err="1">
                <a:highlight>
                  <a:srgbClr val="FFFF00"/>
                </a:highlight>
              </a:rPr>
              <a:t>Mengapa</a:t>
            </a:r>
            <a:r>
              <a:rPr lang="en-ID" dirty="0">
                <a:highlight>
                  <a:srgbClr val="FFFF00"/>
                </a:highlight>
              </a:rPr>
              <a:t> </a:t>
            </a:r>
            <a:r>
              <a:rPr lang="en-ID" dirty="0" err="1">
                <a:highlight>
                  <a:srgbClr val="FFFF00"/>
                </a:highlight>
              </a:rPr>
              <a:t>bisa</a:t>
            </a:r>
            <a:r>
              <a:rPr lang="en-ID" dirty="0">
                <a:highlight>
                  <a:srgbClr val="FFFF00"/>
                </a:highlight>
              </a:rPr>
              <a:t> </a:t>
            </a:r>
            <a:r>
              <a:rPr lang="en-ID" dirty="0" err="1">
                <a:highlight>
                  <a:srgbClr val="FFFF00"/>
                </a:highlight>
              </a:rPr>
              <a:t>terjadi</a:t>
            </a:r>
            <a:r>
              <a:rPr lang="en-ID" dirty="0">
                <a:highlight>
                  <a:srgbClr val="FFFF00"/>
                </a:highlight>
              </a:rPr>
              <a:t>)</a:t>
            </a:r>
          </a:p>
          <a:p>
            <a:r>
              <a:rPr lang="en-ID" dirty="0">
                <a:highlight>
                  <a:srgbClr val="FFFF00"/>
                </a:highlight>
              </a:rPr>
              <a:t>3. Failed Heating (Done cause Alarm Reset) (</a:t>
            </a:r>
            <a:r>
              <a:rPr lang="en-ID" dirty="0" err="1">
                <a:highlight>
                  <a:srgbClr val="FFFF00"/>
                </a:highlight>
              </a:rPr>
              <a:t>Mengapa</a:t>
            </a:r>
            <a:r>
              <a:rPr lang="en-ID" dirty="0">
                <a:highlight>
                  <a:srgbClr val="FFFF00"/>
                </a:highlight>
              </a:rPr>
              <a:t> </a:t>
            </a:r>
            <a:r>
              <a:rPr lang="en-ID" dirty="0" err="1">
                <a:highlight>
                  <a:srgbClr val="FFFF00"/>
                </a:highlight>
              </a:rPr>
              <a:t>bisa</a:t>
            </a:r>
            <a:r>
              <a:rPr lang="en-ID" dirty="0">
                <a:highlight>
                  <a:srgbClr val="FFFF00"/>
                </a:highlight>
              </a:rPr>
              <a:t> </a:t>
            </a:r>
            <a:r>
              <a:rPr lang="en-ID" dirty="0" err="1">
                <a:highlight>
                  <a:srgbClr val="FFFF00"/>
                </a:highlight>
              </a:rPr>
              <a:t>terjadi</a:t>
            </a:r>
            <a:r>
              <a:rPr lang="en-ID" dirty="0">
                <a:highlight>
                  <a:srgbClr val="FFFF00"/>
                </a:highlight>
              </a:rPr>
              <a:t>)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89499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36F903-7B55-56C3-3B28-7E84E2FD3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D15F46B-D1D2-21A0-0853-814000AF6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LINE UP </a:t>
            </a:r>
            <a:r>
              <a:rPr lang="en-US" b="1" dirty="0" err="1"/>
              <a:t>BFW</a:t>
            </a:r>
            <a:r>
              <a:rPr lang="en-US" b="1" dirty="0"/>
              <a:t> TO DESUPERHEATER STEAM</a:t>
            </a:r>
            <a:endParaRPr lang="en-ID" b="1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43357FD-10BC-E349-CE70-40A0B3E6B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72" y="1690688"/>
            <a:ext cx="12082828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184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9E2E9-0E9D-DDF8-EFED-FC2CA0131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A8EDEE1-0FD0-5817-4FB8-03DA40D8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LINE UP FUEL GAS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2467802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94342-65CC-98C1-FDF9-D21ED3C3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16B4F5-9D98-9554-5AF7-A314968D5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LINE UP FUEL OIL AND ATOMIZING STEAM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2395931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B23CB7-D26A-3CA1-29AB-B3D249021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B9BA43EE-ECDF-622E-655B-CBE23B45A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LINE UP FORCE DRAFT FAN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2559131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6641C-9E09-A656-F3B0-BF607A68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F60B3AD-D68F-5C9F-E443-7AB95B090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LINE UP CBD IBD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563329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4B6842-40E7-C1CE-0699-CF5D67FD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7E8FDB-FC8C-6F97-42FA-D2EF8DB3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LINE UP SOOT BLOWER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3420864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CE03E-A035-E1AF-8286-84BA8F96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F8670FA-8105-C660-7499-7B2AE3CD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65491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DA25FB-7F35-6ED2-475A-C6576EE22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133532-37C7-A7BB-858E-47AEC317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1298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3681FD-676F-5625-7A39-CF38D1D09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BE0789-0670-9129-911C-1C6F6B9F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3825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1514</TotalTime>
  <Words>414</Words>
  <Application>Microsoft Office PowerPoint</Application>
  <PresentationFormat>Widescreen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Inter</vt:lpstr>
      <vt:lpstr>Office Theme</vt:lpstr>
      <vt:lpstr>PowerPoint Presentation</vt:lpstr>
      <vt:lpstr>INTRODUCTION </vt:lpstr>
      <vt:lpstr>ACTIVITIES</vt:lpstr>
      <vt:lpstr>CHANGE FUEL OIL TO FUEL GAS</vt:lpstr>
      <vt:lpstr>CHANGE FUEL GAS TO FUEL OIL</vt:lpstr>
      <vt:lpstr>OPERATION SOOT BLOWER</vt:lpstr>
      <vt:lpstr>LINE UP BFW TO DESUPERHEATER STEAM</vt:lpstr>
      <vt:lpstr>LINE UP FUEL GAS</vt:lpstr>
      <vt:lpstr>LINE UP FUEL OIL AND ATOMIZING STEAM</vt:lpstr>
      <vt:lpstr>LINE UP FORCE DRAFT FAN</vt:lpstr>
      <vt:lpstr>LINE UP CBD IBD</vt:lpstr>
      <vt:lpstr>LINE UP SOOT BLOWER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Yusuf Firmansyah</dc:creator>
  <cp:lastModifiedBy>Yusuf Firmansyah</cp:lastModifiedBy>
  <cp:revision>8</cp:revision>
  <dcterms:created xsi:type="dcterms:W3CDTF">2025-11-12T08:53:56Z</dcterms:created>
  <dcterms:modified xsi:type="dcterms:W3CDTF">2025-11-20T16:29:22Z</dcterms:modified>
</cp:coreProperties>
</file>